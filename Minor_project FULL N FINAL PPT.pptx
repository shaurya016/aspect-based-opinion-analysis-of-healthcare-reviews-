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6" r:id="rId2"/>
    <p:sldId id="257" r:id="rId3"/>
    <p:sldId id="301" r:id="rId4"/>
    <p:sldId id="259" r:id="rId5"/>
    <p:sldId id="262" r:id="rId6"/>
    <p:sldId id="260" r:id="rId7"/>
    <p:sldId id="295" r:id="rId8"/>
    <p:sldId id="261" r:id="rId9"/>
    <p:sldId id="264" r:id="rId10"/>
    <p:sldId id="265" r:id="rId11"/>
    <p:sldId id="287" r:id="rId12"/>
    <p:sldId id="296" r:id="rId13"/>
    <p:sldId id="297" r:id="rId14"/>
    <p:sldId id="307" r:id="rId15"/>
    <p:sldId id="315" r:id="rId16"/>
    <p:sldId id="269" r:id="rId17"/>
    <p:sldId id="317" r:id="rId18"/>
    <p:sldId id="318" r:id="rId19"/>
    <p:sldId id="316" r:id="rId20"/>
    <p:sldId id="320" r:id="rId21"/>
    <p:sldId id="321" r:id="rId22"/>
    <p:sldId id="322" r:id="rId23"/>
    <p:sldId id="323" r:id="rId24"/>
    <p:sldId id="324" r:id="rId25"/>
    <p:sldId id="325" r:id="rId26"/>
    <p:sldId id="281" r:id="rId27"/>
    <p:sldId id="282" r:id="rId28"/>
    <p:sldId id="300" r:id="rId29"/>
    <p:sldId id="284" r:id="rId30"/>
  </p:sldIdLst>
  <p:sldSz cx="18288000" cy="10287000"/>
  <p:notesSz cx="6858000" cy="9144000"/>
  <p:embeddedFontLst>
    <p:embeddedFont>
      <p:font typeface="Poppins Medium" panose="00000600000000000000" pitchFamily="2" charset="0"/>
      <p:regular r:id="rId32"/>
      <p:bold r:id="rId33"/>
      <p:italic r:id="rId34"/>
      <p:boldItalic r:id="rId35"/>
    </p:embeddedFont>
    <p:embeddedFont>
      <p:font typeface="Times" panose="02020603050405020304" pitchFamily="18"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A9E93C-12A7-442C-B5B3-78315D39F624}" v="43" dt="2025-04-16T15:48:41.6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10" autoAdjust="0"/>
    <p:restoredTop sz="94660"/>
  </p:normalViewPr>
  <p:slideViewPr>
    <p:cSldViewPr snapToGrid="0">
      <p:cViewPr varScale="1">
        <p:scale>
          <a:sx n="65" d="100"/>
          <a:sy n="65" d="100"/>
        </p:scale>
        <p:origin x="68" y="2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diagrams/_rels/data1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3BEE49-290B-4E58-8B5F-FA884C80DA94}"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D6478239-620A-4CDF-9705-C44BF98AA3E0}">
      <dgm:prSet/>
      <dgm:spPr/>
      <dgm:t>
        <a:bodyPr/>
        <a:lstStyle/>
        <a:p>
          <a:r>
            <a:rPr lang="en-US" b="0" i="0" dirty="0"/>
            <a:t>Online drug reviews offer insights into efficacy, side effects, and satisfaction.</a:t>
          </a:r>
          <a:endParaRPr lang="en-US" dirty="0"/>
        </a:p>
      </dgm:t>
    </dgm:pt>
    <dgm:pt modelId="{F254759E-A465-4455-9CE1-0D69954F4FB8}" type="parTrans" cxnId="{66575D4C-247B-48B0-A6FD-07C6DE163B95}">
      <dgm:prSet/>
      <dgm:spPr/>
      <dgm:t>
        <a:bodyPr/>
        <a:lstStyle/>
        <a:p>
          <a:endParaRPr lang="en-US"/>
        </a:p>
      </dgm:t>
    </dgm:pt>
    <dgm:pt modelId="{0BF61573-E925-47ED-96B4-E56DA4421FF4}" type="sibTrans" cxnId="{66575D4C-247B-48B0-A6FD-07C6DE163B95}">
      <dgm:prSet/>
      <dgm:spPr/>
      <dgm:t>
        <a:bodyPr/>
        <a:lstStyle/>
        <a:p>
          <a:endParaRPr lang="en-US"/>
        </a:p>
      </dgm:t>
    </dgm:pt>
    <dgm:pt modelId="{B7F05D01-8271-41A7-BD3A-3971914CA2B4}">
      <dgm:prSet/>
      <dgm:spPr/>
      <dgm:t>
        <a:bodyPr/>
        <a:lstStyle/>
        <a:p>
          <a:r>
            <a:rPr lang="en-US" b="0" i="0"/>
            <a:t>Rising volume demands </a:t>
          </a:r>
          <a:r>
            <a:rPr lang="en-US" b="1" i="0"/>
            <a:t>automated sentiment analysis</a:t>
          </a:r>
          <a:r>
            <a:rPr lang="en-US" b="0" i="0"/>
            <a:t> for actionable insights.</a:t>
          </a:r>
          <a:endParaRPr lang="en-US"/>
        </a:p>
      </dgm:t>
    </dgm:pt>
    <dgm:pt modelId="{18FB2377-3B74-4EDA-A40C-E13F96B3EF09}" type="parTrans" cxnId="{225B2A41-0CDF-4ABB-8AD0-5DC24B698833}">
      <dgm:prSet/>
      <dgm:spPr/>
      <dgm:t>
        <a:bodyPr/>
        <a:lstStyle/>
        <a:p>
          <a:endParaRPr lang="en-US"/>
        </a:p>
      </dgm:t>
    </dgm:pt>
    <dgm:pt modelId="{AAF7FC0A-60F3-4345-A528-AD76F296A29F}" type="sibTrans" cxnId="{225B2A41-0CDF-4ABB-8AD0-5DC24B698833}">
      <dgm:prSet/>
      <dgm:spPr/>
      <dgm:t>
        <a:bodyPr/>
        <a:lstStyle/>
        <a:p>
          <a:endParaRPr lang="en-US"/>
        </a:p>
      </dgm:t>
    </dgm:pt>
    <dgm:pt modelId="{E2C4119E-AB46-4EC0-84E1-654B8EF2B9B6}">
      <dgm:prSet/>
      <dgm:spPr/>
      <dgm:t>
        <a:bodyPr/>
        <a:lstStyle/>
        <a:p>
          <a:r>
            <a:rPr lang="en-US" b="1" i="0"/>
            <a:t>Aspect-Based Sentiment Analysis (ABSA)</a:t>
          </a:r>
          <a:r>
            <a:rPr lang="en-US" b="0" i="0"/>
            <a:t> targets specific aspects (e.g., effectiveness, side effects) for </a:t>
          </a:r>
          <a:r>
            <a:rPr lang="en-US" b="1" i="0"/>
            <a:t>granular feedback</a:t>
          </a:r>
          <a:r>
            <a:rPr lang="en-US" b="0" i="0"/>
            <a:t>.</a:t>
          </a:r>
          <a:endParaRPr lang="en-US"/>
        </a:p>
      </dgm:t>
    </dgm:pt>
    <dgm:pt modelId="{4E2A4A30-53EC-4C8B-91C8-C3FA9EC9545E}" type="parTrans" cxnId="{761FCEBA-F405-4F20-A7E9-E284E91913D4}">
      <dgm:prSet/>
      <dgm:spPr/>
      <dgm:t>
        <a:bodyPr/>
        <a:lstStyle/>
        <a:p>
          <a:endParaRPr lang="en-US"/>
        </a:p>
      </dgm:t>
    </dgm:pt>
    <dgm:pt modelId="{6B742EF7-120C-479B-833C-0E3A14E3B2D4}" type="sibTrans" cxnId="{761FCEBA-F405-4F20-A7E9-E284E91913D4}">
      <dgm:prSet/>
      <dgm:spPr/>
      <dgm:t>
        <a:bodyPr/>
        <a:lstStyle/>
        <a:p>
          <a:endParaRPr lang="en-US"/>
        </a:p>
      </dgm:t>
    </dgm:pt>
    <dgm:pt modelId="{98559757-D9EB-4ABE-AE62-50C092B395DF}">
      <dgm:prSet/>
      <dgm:spPr/>
      <dgm:t>
        <a:bodyPr/>
        <a:lstStyle/>
        <a:p>
          <a:r>
            <a:rPr lang="en-US" b="0" i="0"/>
            <a:t>Project uses </a:t>
          </a:r>
          <a:r>
            <a:rPr lang="en-US" b="1" i="0"/>
            <a:t>deep learning (e.g., BERT)</a:t>
          </a:r>
          <a:r>
            <a:rPr lang="en-US" b="0" i="0"/>
            <a:t> to predict </a:t>
          </a:r>
          <a:r>
            <a:rPr lang="en-US" b="1" i="0"/>
            <a:t>star ratings (1–5)</a:t>
          </a:r>
          <a:r>
            <a:rPr lang="en-US" b="0" i="0"/>
            <a:t> with </a:t>
          </a:r>
          <a:r>
            <a:rPr lang="en-US" b="1" i="0"/>
            <a:t>&gt;80% accuracy</a:t>
          </a:r>
          <a:r>
            <a:rPr lang="en-US" b="0" i="0"/>
            <a:t>.</a:t>
          </a:r>
          <a:endParaRPr lang="en-US"/>
        </a:p>
      </dgm:t>
    </dgm:pt>
    <dgm:pt modelId="{753A340B-B0E8-4DB1-8EAE-9F35BFCE8902}" type="parTrans" cxnId="{08E21B85-2772-4B4C-874E-063C3A733A7B}">
      <dgm:prSet/>
      <dgm:spPr/>
      <dgm:t>
        <a:bodyPr/>
        <a:lstStyle/>
        <a:p>
          <a:endParaRPr lang="en-US"/>
        </a:p>
      </dgm:t>
    </dgm:pt>
    <dgm:pt modelId="{8A953891-DA03-4FCF-9CDA-8D402818D939}" type="sibTrans" cxnId="{08E21B85-2772-4B4C-874E-063C3A733A7B}">
      <dgm:prSet/>
      <dgm:spPr/>
      <dgm:t>
        <a:bodyPr/>
        <a:lstStyle/>
        <a:p>
          <a:endParaRPr lang="en-US"/>
        </a:p>
      </dgm:t>
    </dgm:pt>
    <dgm:pt modelId="{7E6B479A-1875-4193-8FF8-4EF226C60EB7}">
      <dgm:prSet/>
      <dgm:spPr/>
      <dgm:t>
        <a:bodyPr/>
        <a:lstStyle/>
        <a:p>
          <a:r>
            <a:rPr lang="en-US" b="0" i="0"/>
            <a:t>Helps patients make informed decisions and assists providers in improving treatments.</a:t>
          </a:r>
          <a:endParaRPr lang="en-US"/>
        </a:p>
      </dgm:t>
    </dgm:pt>
    <dgm:pt modelId="{D448E82A-F54B-4E6D-B524-80877EC17AD9}" type="parTrans" cxnId="{AAF044C3-4CE3-4C98-A2D2-D0AC862AF20E}">
      <dgm:prSet/>
      <dgm:spPr/>
      <dgm:t>
        <a:bodyPr/>
        <a:lstStyle/>
        <a:p>
          <a:endParaRPr lang="en-US"/>
        </a:p>
      </dgm:t>
    </dgm:pt>
    <dgm:pt modelId="{5F1AE0F7-C639-4D1D-98A0-9A4417BA7340}" type="sibTrans" cxnId="{AAF044C3-4CE3-4C98-A2D2-D0AC862AF20E}">
      <dgm:prSet/>
      <dgm:spPr/>
      <dgm:t>
        <a:bodyPr/>
        <a:lstStyle/>
        <a:p>
          <a:endParaRPr lang="en-US"/>
        </a:p>
      </dgm:t>
    </dgm:pt>
    <dgm:pt modelId="{D20AF31B-A5DB-45BA-B291-4D69AE1D21A9}">
      <dgm:prSet/>
      <dgm:spPr/>
      <dgm:t>
        <a:bodyPr/>
        <a:lstStyle/>
        <a:p>
          <a:r>
            <a:rPr lang="en-US" b="0" i="0"/>
            <a:t>ABSA enables </a:t>
          </a:r>
          <a:r>
            <a:rPr lang="en-US" b="1" i="0"/>
            <a:t>precise, scalable feedback analysis</a:t>
          </a:r>
          <a:r>
            <a:rPr lang="en-US" b="0" i="0"/>
            <a:t> useful in </a:t>
          </a:r>
          <a:r>
            <a:rPr lang="en-US" b="1" i="0"/>
            <a:t>telemedicine, drug development, and patient care</a:t>
          </a:r>
          <a:r>
            <a:rPr lang="en-US" b="0" i="0"/>
            <a:t>.</a:t>
          </a:r>
          <a:endParaRPr lang="en-US"/>
        </a:p>
      </dgm:t>
    </dgm:pt>
    <dgm:pt modelId="{6A11C290-61D7-4E87-BEEE-23604BBFE552}" type="parTrans" cxnId="{EA802E91-6012-4C51-8DBC-BF1460030657}">
      <dgm:prSet/>
      <dgm:spPr/>
      <dgm:t>
        <a:bodyPr/>
        <a:lstStyle/>
        <a:p>
          <a:endParaRPr lang="en-US"/>
        </a:p>
      </dgm:t>
    </dgm:pt>
    <dgm:pt modelId="{E65A699F-6CA1-4F78-856F-067DDC026FE3}" type="sibTrans" cxnId="{EA802E91-6012-4C51-8DBC-BF1460030657}">
      <dgm:prSet/>
      <dgm:spPr/>
      <dgm:t>
        <a:bodyPr/>
        <a:lstStyle/>
        <a:p>
          <a:endParaRPr lang="en-US"/>
        </a:p>
      </dgm:t>
    </dgm:pt>
    <dgm:pt modelId="{11457D0F-3423-47CD-A81C-5FC8FE06F661}" type="pres">
      <dgm:prSet presAssocID="{413BEE49-290B-4E58-8B5F-FA884C80DA94}" presName="diagram" presStyleCnt="0">
        <dgm:presLayoutVars>
          <dgm:dir/>
          <dgm:resizeHandles val="exact"/>
        </dgm:presLayoutVars>
      </dgm:prSet>
      <dgm:spPr/>
    </dgm:pt>
    <dgm:pt modelId="{26D83320-BE2F-4172-A677-B2040E4CCC9F}" type="pres">
      <dgm:prSet presAssocID="{D6478239-620A-4CDF-9705-C44BF98AA3E0}" presName="node" presStyleLbl="node1" presStyleIdx="0" presStyleCnt="6">
        <dgm:presLayoutVars>
          <dgm:bulletEnabled val="1"/>
        </dgm:presLayoutVars>
      </dgm:prSet>
      <dgm:spPr/>
    </dgm:pt>
    <dgm:pt modelId="{F52D5E4B-833F-4D4B-A706-70EC988454FB}" type="pres">
      <dgm:prSet presAssocID="{0BF61573-E925-47ED-96B4-E56DA4421FF4}" presName="sibTrans" presStyleCnt="0"/>
      <dgm:spPr/>
    </dgm:pt>
    <dgm:pt modelId="{844DE971-2494-428F-8099-AE3D830C2AF1}" type="pres">
      <dgm:prSet presAssocID="{B7F05D01-8271-41A7-BD3A-3971914CA2B4}" presName="node" presStyleLbl="node1" presStyleIdx="1" presStyleCnt="6">
        <dgm:presLayoutVars>
          <dgm:bulletEnabled val="1"/>
        </dgm:presLayoutVars>
      </dgm:prSet>
      <dgm:spPr/>
    </dgm:pt>
    <dgm:pt modelId="{B0918DA9-CFA7-4B95-879B-1D001035FB00}" type="pres">
      <dgm:prSet presAssocID="{AAF7FC0A-60F3-4345-A528-AD76F296A29F}" presName="sibTrans" presStyleCnt="0"/>
      <dgm:spPr/>
    </dgm:pt>
    <dgm:pt modelId="{3BE9F90B-3BD9-48F2-8278-742D5B56603A}" type="pres">
      <dgm:prSet presAssocID="{E2C4119E-AB46-4EC0-84E1-654B8EF2B9B6}" presName="node" presStyleLbl="node1" presStyleIdx="2" presStyleCnt="6">
        <dgm:presLayoutVars>
          <dgm:bulletEnabled val="1"/>
        </dgm:presLayoutVars>
      </dgm:prSet>
      <dgm:spPr/>
    </dgm:pt>
    <dgm:pt modelId="{DDFFA349-96AA-43B5-97AE-A37409C3F7F1}" type="pres">
      <dgm:prSet presAssocID="{6B742EF7-120C-479B-833C-0E3A14E3B2D4}" presName="sibTrans" presStyleCnt="0"/>
      <dgm:spPr/>
    </dgm:pt>
    <dgm:pt modelId="{3086769B-1DCE-4034-A673-4612B969A580}" type="pres">
      <dgm:prSet presAssocID="{98559757-D9EB-4ABE-AE62-50C092B395DF}" presName="node" presStyleLbl="node1" presStyleIdx="3" presStyleCnt="6">
        <dgm:presLayoutVars>
          <dgm:bulletEnabled val="1"/>
        </dgm:presLayoutVars>
      </dgm:prSet>
      <dgm:spPr/>
    </dgm:pt>
    <dgm:pt modelId="{73B07778-AE14-4422-87CA-C72AE1ABE3D3}" type="pres">
      <dgm:prSet presAssocID="{8A953891-DA03-4FCF-9CDA-8D402818D939}" presName="sibTrans" presStyleCnt="0"/>
      <dgm:spPr/>
    </dgm:pt>
    <dgm:pt modelId="{B8B56AB2-86DE-42F1-9367-2CC58391A40B}" type="pres">
      <dgm:prSet presAssocID="{7E6B479A-1875-4193-8FF8-4EF226C60EB7}" presName="node" presStyleLbl="node1" presStyleIdx="4" presStyleCnt="6">
        <dgm:presLayoutVars>
          <dgm:bulletEnabled val="1"/>
        </dgm:presLayoutVars>
      </dgm:prSet>
      <dgm:spPr/>
    </dgm:pt>
    <dgm:pt modelId="{79255EEC-3D3B-474F-A8B2-DAC7F9C8F283}" type="pres">
      <dgm:prSet presAssocID="{5F1AE0F7-C639-4D1D-98A0-9A4417BA7340}" presName="sibTrans" presStyleCnt="0"/>
      <dgm:spPr/>
    </dgm:pt>
    <dgm:pt modelId="{50A2B363-F48E-43AB-9C96-83603DB7A427}" type="pres">
      <dgm:prSet presAssocID="{D20AF31B-A5DB-45BA-B291-4D69AE1D21A9}" presName="node" presStyleLbl="node1" presStyleIdx="5" presStyleCnt="6">
        <dgm:presLayoutVars>
          <dgm:bulletEnabled val="1"/>
        </dgm:presLayoutVars>
      </dgm:prSet>
      <dgm:spPr/>
    </dgm:pt>
  </dgm:ptLst>
  <dgm:cxnLst>
    <dgm:cxn modelId="{73FC410F-8645-487A-BDF1-F263BEE9EA98}" type="presOf" srcId="{D20AF31B-A5DB-45BA-B291-4D69AE1D21A9}" destId="{50A2B363-F48E-43AB-9C96-83603DB7A427}" srcOrd="0" destOrd="0" presId="urn:microsoft.com/office/officeart/2005/8/layout/default"/>
    <dgm:cxn modelId="{FC4FA62D-442D-408A-9EC8-3057D6A99C5C}" type="presOf" srcId="{E2C4119E-AB46-4EC0-84E1-654B8EF2B9B6}" destId="{3BE9F90B-3BD9-48F2-8278-742D5B56603A}" srcOrd="0" destOrd="0" presId="urn:microsoft.com/office/officeart/2005/8/layout/default"/>
    <dgm:cxn modelId="{225B2A41-0CDF-4ABB-8AD0-5DC24B698833}" srcId="{413BEE49-290B-4E58-8B5F-FA884C80DA94}" destId="{B7F05D01-8271-41A7-BD3A-3971914CA2B4}" srcOrd="1" destOrd="0" parTransId="{18FB2377-3B74-4EDA-A40C-E13F96B3EF09}" sibTransId="{AAF7FC0A-60F3-4345-A528-AD76F296A29F}"/>
    <dgm:cxn modelId="{66575D4C-247B-48B0-A6FD-07C6DE163B95}" srcId="{413BEE49-290B-4E58-8B5F-FA884C80DA94}" destId="{D6478239-620A-4CDF-9705-C44BF98AA3E0}" srcOrd="0" destOrd="0" parTransId="{F254759E-A465-4455-9CE1-0D69954F4FB8}" sibTransId="{0BF61573-E925-47ED-96B4-E56DA4421FF4}"/>
    <dgm:cxn modelId="{6748A07D-07A8-466C-9F96-145B69841C2D}" type="presOf" srcId="{D6478239-620A-4CDF-9705-C44BF98AA3E0}" destId="{26D83320-BE2F-4172-A677-B2040E4CCC9F}" srcOrd="0" destOrd="0" presId="urn:microsoft.com/office/officeart/2005/8/layout/default"/>
    <dgm:cxn modelId="{08E21B85-2772-4B4C-874E-063C3A733A7B}" srcId="{413BEE49-290B-4E58-8B5F-FA884C80DA94}" destId="{98559757-D9EB-4ABE-AE62-50C092B395DF}" srcOrd="3" destOrd="0" parTransId="{753A340B-B0E8-4DB1-8EAE-9F35BFCE8902}" sibTransId="{8A953891-DA03-4FCF-9CDA-8D402818D939}"/>
    <dgm:cxn modelId="{EA802E91-6012-4C51-8DBC-BF1460030657}" srcId="{413BEE49-290B-4E58-8B5F-FA884C80DA94}" destId="{D20AF31B-A5DB-45BA-B291-4D69AE1D21A9}" srcOrd="5" destOrd="0" parTransId="{6A11C290-61D7-4E87-BEEE-23604BBFE552}" sibTransId="{E65A699F-6CA1-4F78-856F-067DDC026FE3}"/>
    <dgm:cxn modelId="{323FD695-7FB7-453F-942B-793DECD7AA7D}" type="presOf" srcId="{413BEE49-290B-4E58-8B5F-FA884C80DA94}" destId="{11457D0F-3423-47CD-A81C-5FC8FE06F661}" srcOrd="0" destOrd="0" presId="urn:microsoft.com/office/officeart/2005/8/layout/default"/>
    <dgm:cxn modelId="{2FD7E3B5-CC82-419C-B33B-A8D4C78301E9}" type="presOf" srcId="{7E6B479A-1875-4193-8FF8-4EF226C60EB7}" destId="{B8B56AB2-86DE-42F1-9367-2CC58391A40B}" srcOrd="0" destOrd="0" presId="urn:microsoft.com/office/officeart/2005/8/layout/default"/>
    <dgm:cxn modelId="{761FCEBA-F405-4F20-A7E9-E284E91913D4}" srcId="{413BEE49-290B-4E58-8B5F-FA884C80DA94}" destId="{E2C4119E-AB46-4EC0-84E1-654B8EF2B9B6}" srcOrd="2" destOrd="0" parTransId="{4E2A4A30-53EC-4C8B-91C8-C3FA9EC9545E}" sibTransId="{6B742EF7-120C-479B-833C-0E3A14E3B2D4}"/>
    <dgm:cxn modelId="{AAF044C3-4CE3-4C98-A2D2-D0AC862AF20E}" srcId="{413BEE49-290B-4E58-8B5F-FA884C80DA94}" destId="{7E6B479A-1875-4193-8FF8-4EF226C60EB7}" srcOrd="4" destOrd="0" parTransId="{D448E82A-F54B-4E6D-B524-80877EC17AD9}" sibTransId="{5F1AE0F7-C639-4D1D-98A0-9A4417BA7340}"/>
    <dgm:cxn modelId="{BA1A42CB-7893-4C7C-8715-53DE5AD0A26A}" type="presOf" srcId="{B7F05D01-8271-41A7-BD3A-3971914CA2B4}" destId="{844DE971-2494-428F-8099-AE3D830C2AF1}" srcOrd="0" destOrd="0" presId="urn:microsoft.com/office/officeart/2005/8/layout/default"/>
    <dgm:cxn modelId="{10B805DA-7A26-41D3-982D-562B8AE06135}" type="presOf" srcId="{98559757-D9EB-4ABE-AE62-50C092B395DF}" destId="{3086769B-1DCE-4034-A673-4612B969A580}" srcOrd="0" destOrd="0" presId="urn:microsoft.com/office/officeart/2005/8/layout/default"/>
    <dgm:cxn modelId="{38B4ECB6-CE4A-467C-B096-7DC391B4D4E4}" type="presParOf" srcId="{11457D0F-3423-47CD-A81C-5FC8FE06F661}" destId="{26D83320-BE2F-4172-A677-B2040E4CCC9F}" srcOrd="0" destOrd="0" presId="urn:microsoft.com/office/officeart/2005/8/layout/default"/>
    <dgm:cxn modelId="{1ED9A7A7-1E75-407F-8582-FCA190D0BC93}" type="presParOf" srcId="{11457D0F-3423-47CD-A81C-5FC8FE06F661}" destId="{F52D5E4B-833F-4D4B-A706-70EC988454FB}" srcOrd="1" destOrd="0" presId="urn:microsoft.com/office/officeart/2005/8/layout/default"/>
    <dgm:cxn modelId="{5DD58267-83C2-44A0-ABD7-AC701C5AF89F}" type="presParOf" srcId="{11457D0F-3423-47CD-A81C-5FC8FE06F661}" destId="{844DE971-2494-428F-8099-AE3D830C2AF1}" srcOrd="2" destOrd="0" presId="urn:microsoft.com/office/officeart/2005/8/layout/default"/>
    <dgm:cxn modelId="{D00C197F-69C3-4BF4-897C-EA0C2B927A28}" type="presParOf" srcId="{11457D0F-3423-47CD-A81C-5FC8FE06F661}" destId="{B0918DA9-CFA7-4B95-879B-1D001035FB00}" srcOrd="3" destOrd="0" presId="urn:microsoft.com/office/officeart/2005/8/layout/default"/>
    <dgm:cxn modelId="{43930E92-B9A0-4332-B23B-C8AD26B74091}" type="presParOf" srcId="{11457D0F-3423-47CD-A81C-5FC8FE06F661}" destId="{3BE9F90B-3BD9-48F2-8278-742D5B56603A}" srcOrd="4" destOrd="0" presId="urn:microsoft.com/office/officeart/2005/8/layout/default"/>
    <dgm:cxn modelId="{81051FEA-CB48-4E41-83F7-98ECEA3AF1CF}" type="presParOf" srcId="{11457D0F-3423-47CD-A81C-5FC8FE06F661}" destId="{DDFFA349-96AA-43B5-97AE-A37409C3F7F1}" srcOrd="5" destOrd="0" presId="urn:microsoft.com/office/officeart/2005/8/layout/default"/>
    <dgm:cxn modelId="{B463A522-F630-498D-B39A-AC240B432DA4}" type="presParOf" srcId="{11457D0F-3423-47CD-A81C-5FC8FE06F661}" destId="{3086769B-1DCE-4034-A673-4612B969A580}" srcOrd="6" destOrd="0" presId="urn:microsoft.com/office/officeart/2005/8/layout/default"/>
    <dgm:cxn modelId="{1CAEBEC4-D10C-4B36-9FDD-E0A54F5040BB}" type="presParOf" srcId="{11457D0F-3423-47CD-A81C-5FC8FE06F661}" destId="{73B07778-AE14-4422-87CA-C72AE1ABE3D3}" srcOrd="7" destOrd="0" presId="urn:microsoft.com/office/officeart/2005/8/layout/default"/>
    <dgm:cxn modelId="{EF1EF870-C228-4026-99B8-5EABD59A9E11}" type="presParOf" srcId="{11457D0F-3423-47CD-A81C-5FC8FE06F661}" destId="{B8B56AB2-86DE-42F1-9367-2CC58391A40B}" srcOrd="8" destOrd="0" presId="urn:microsoft.com/office/officeart/2005/8/layout/default"/>
    <dgm:cxn modelId="{D5E9F7EA-EEE5-435C-A370-F9732D08D50B}" type="presParOf" srcId="{11457D0F-3423-47CD-A81C-5FC8FE06F661}" destId="{79255EEC-3D3B-474F-A8B2-DAC7F9C8F283}" srcOrd="9" destOrd="0" presId="urn:microsoft.com/office/officeart/2005/8/layout/default"/>
    <dgm:cxn modelId="{01DDCCBD-EE4E-4601-861C-B28ECEEC9FDD}" type="presParOf" srcId="{11457D0F-3423-47CD-A81C-5FC8FE06F661}" destId="{50A2B363-F48E-43AB-9C96-83603DB7A427}"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DE9B4E-6BBE-4C5D-8BE4-C7C77499FECB}" type="doc">
      <dgm:prSet loTypeId="urn:microsoft.com/office/officeart/2016/7/layout/BasicLinearProcessNumbered" loCatId="process" qsTypeId="urn:microsoft.com/office/officeart/2005/8/quickstyle/simple2" qsCatId="simple" csTypeId="urn:microsoft.com/office/officeart/2005/8/colors/colorful2" csCatId="colorful" phldr="1"/>
      <dgm:spPr/>
      <dgm:t>
        <a:bodyPr/>
        <a:lstStyle/>
        <a:p>
          <a:endParaRPr lang="en-US"/>
        </a:p>
      </dgm:t>
    </dgm:pt>
    <dgm:pt modelId="{A2DD43AC-C3B9-4E01-962B-ADE3D2D0BC3C}">
      <dgm:prSet/>
      <dgm:spPr/>
      <dgm:t>
        <a:bodyPr/>
        <a:lstStyle/>
        <a:p>
          <a:r>
            <a:rPr lang="en-US" b="1" i="0" baseline="0" dirty="0"/>
            <a:t>Challenge</a:t>
          </a:r>
          <a:r>
            <a:rPr lang="en-US" b="0" i="0" baseline="0" dirty="0"/>
            <a:t>: Large number of reviews with mixed sentiments</a:t>
          </a:r>
          <a:endParaRPr lang="en-US" dirty="0"/>
        </a:p>
      </dgm:t>
    </dgm:pt>
    <dgm:pt modelId="{3748501D-CAD6-414C-8999-C961A937B7AF}" type="parTrans" cxnId="{FB704D21-8E02-4FAA-8698-7AC5AA44D4EE}">
      <dgm:prSet/>
      <dgm:spPr/>
      <dgm:t>
        <a:bodyPr/>
        <a:lstStyle/>
        <a:p>
          <a:endParaRPr lang="en-US"/>
        </a:p>
      </dgm:t>
    </dgm:pt>
    <dgm:pt modelId="{8CAE6B7C-AAD0-4915-9C8F-84EFE785C4A8}" type="sibTrans" cxnId="{FB704D21-8E02-4FAA-8698-7AC5AA44D4EE}">
      <dgm:prSet phldrT="1" phldr="0"/>
      <dgm:spPr/>
      <dgm:t>
        <a:bodyPr/>
        <a:lstStyle/>
        <a:p>
          <a:r>
            <a:rPr lang="en-US"/>
            <a:t>1</a:t>
          </a:r>
        </a:p>
      </dgm:t>
    </dgm:pt>
    <dgm:pt modelId="{6590E21F-ECF6-4F0F-8EF3-8DCC2F500DC1}">
      <dgm:prSet/>
      <dgm:spPr/>
      <dgm:t>
        <a:bodyPr/>
        <a:lstStyle/>
        <a:p>
          <a:r>
            <a:rPr lang="en-US" b="1" i="0" baseline="0" dirty="0"/>
            <a:t>Limitation</a:t>
          </a:r>
          <a:r>
            <a:rPr lang="en-US" b="0" i="0" baseline="0" dirty="0"/>
            <a:t>: Existing methods struggle with aspect-specific insights </a:t>
          </a:r>
          <a:endParaRPr lang="en-US" dirty="0"/>
        </a:p>
      </dgm:t>
    </dgm:pt>
    <dgm:pt modelId="{E2D9DA97-4FA8-4212-9F5E-FACDBA2DDB44}" type="parTrans" cxnId="{342E7E74-27BA-4449-A31C-1DB858B21171}">
      <dgm:prSet/>
      <dgm:spPr/>
      <dgm:t>
        <a:bodyPr/>
        <a:lstStyle/>
        <a:p>
          <a:endParaRPr lang="en-US"/>
        </a:p>
      </dgm:t>
    </dgm:pt>
    <dgm:pt modelId="{6A584413-E8DD-4730-BBCE-5B33C79CC047}" type="sibTrans" cxnId="{342E7E74-27BA-4449-A31C-1DB858B21171}">
      <dgm:prSet phldrT="3" phldr="0"/>
      <dgm:spPr/>
      <dgm:t>
        <a:bodyPr/>
        <a:lstStyle/>
        <a:p>
          <a:r>
            <a:rPr lang="en-US"/>
            <a:t>3</a:t>
          </a:r>
        </a:p>
      </dgm:t>
    </dgm:pt>
    <dgm:pt modelId="{945AE225-2E14-4A30-B2DE-91E76C1A79DC}">
      <dgm:prSet/>
      <dgm:spPr/>
      <dgm:t>
        <a:bodyPr/>
        <a:lstStyle/>
        <a:p>
          <a:r>
            <a:rPr lang="en-US" b="1" i="0" baseline="0" dirty="0"/>
            <a:t>Need</a:t>
          </a:r>
          <a:r>
            <a:rPr lang="en-US" b="0" i="0" baseline="0" dirty="0"/>
            <a:t>: Automated, high-accuracy sentiment prediction </a:t>
          </a:r>
          <a:endParaRPr lang="en-US" dirty="0"/>
        </a:p>
      </dgm:t>
    </dgm:pt>
    <dgm:pt modelId="{14AE3099-EF2F-46C4-9A64-678D35BE5FAE}" type="parTrans" cxnId="{031121D3-3322-496B-8DE6-DB31EB663B0C}">
      <dgm:prSet/>
      <dgm:spPr/>
      <dgm:t>
        <a:bodyPr/>
        <a:lstStyle/>
        <a:p>
          <a:endParaRPr lang="en-US"/>
        </a:p>
      </dgm:t>
    </dgm:pt>
    <dgm:pt modelId="{5452A8C0-D1E1-4D85-9925-4C26BDAD7126}" type="sibTrans" cxnId="{031121D3-3322-496B-8DE6-DB31EB663B0C}">
      <dgm:prSet phldrT="4" phldr="0"/>
      <dgm:spPr/>
      <dgm:t>
        <a:bodyPr/>
        <a:lstStyle/>
        <a:p>
          <a:r>
            <a:rPr lang="en-US"/>
            <a:t>4</a:t>
          </a:r>
        </a:p>
      </dgm:t>
    </dgm:pt>
    <dgm:pt modelId="{B5641265-0627-41E6-9EAE-5E946150E036}">
      <dgm:prSet/>
      <dgm:spPr/>
      <dgm:t>
        <a:bodyPr/>
        <a:lstStyle/>
        <a:p>
          <a:r>
            <a:rPr lang="en-US" b="1" i="0" baseline="0" dirty="0"/>
            <a:t>Impact</a:t>
          </a:r>
          <a:r>
            <a:rPr lang="en-US" b="0" i="0" baseline="0" dirty="0"/>
            <a:t>: Improves healthcare decision-making</a:t>
          </a:r>
          <a:endParaRPr lang="en-US" dirty="0"/>
        </a:p>
      </dgm:t>
    </dgm:pt>
    <dgm:pt modelId="{1A9938FB-E7E1-4913-9570-90146942FC64}" type="parTrans" cxnId="{4E168083-2FE7-433B-824E-542980B99F91}">
      <dgm:prSet/>
      <dgm:spPr/>
      <dgm:t>
        <a:bodyPr/>
        <a:lstStyle/>
        <a:p>
          <a:endParaRPr lang="en-US"/>
        </a:p>
      </dgm:t>
    </dgm:pt>
    <dgm:pt modelId="{132D8D4E-B983-43C6-9A7F-78E5741F205A}" type="sibTrans" cxnId="{4E168083-2FE7-433B-824E-542980B99F91}">
      <dgm:prSet phldrT="5" phldr="0"/>
      <dgm:spPr/>
      <dgm:t>
        <a:bodyPr/>
        <a:lstStyle/>
        <a:p>
          <a:r>
            <a:rPr lang="en-US"/>
            <a:t>5</a:t>
          </a:r>
        </a:p>
      </dgm:t>
    </dgm:pt>
    <dgm:pt modelId="{D116DA74-63FB-498A-9BF0-FFF2299693A3}">
      <dgm:prSet/>
      <dgm:spPr/>
      <dgm:t>
        <a:bodyPr/>
        <a:lstStyle/>
        <a:p>
          <a:r>
            <a:rPr lang="en-US" b="1" i="0" baseline="0"/>
            <a:t>Issue</a:t>
          </a:r>
          <a:r>
            <a:rPr lang="en-US" b="0" i="0" baseline="0"/>
            <a:t>: Manual analysis is slow, inaccurate for large data </a:t>
          </a:r>
          <a:endParaRPr lang="en-US" dirty="0"/>
        </a:p>
      </dgm:t>
    </dgm:pt>
    <dgm:pt modelId="{DF4FF350-72B4-4366-BBAB-02596FA4F272}" type="parTrans" cxnId="{1509F434-3D26-4F46-8F41-8C1D6565F292}">
      <dgm:prSet/>
      <dgm:spPr/>
      <dgm:t>
        <a:bodyPr/>
        <a:lstStyle/>
        <a:p>
          <a:endParaRPr lang="en-US"/>
        </a:p>
      </dgm:t>
    </dgm:pt>
    <dgm:pt modelId="{E34B3C3A-943B-4DA3-BD41-211A61D8CD4A}" type="sibTrans" cxnId="{1509F434-3D26-4F46-8F41-8C1D6565F292}">
      <dgm:prSet phldrT="2" phldr="0"/>
      <dgm:spPr/>
      <dgm:t>
        <a:bodyPr/>
        <a:lstStyle/>
        <a:p>
          <a:r>
            <a:rPr lang="en-US"/>
            <a:t>2</a:t>
          </a:r>
        </a:p>
      </dgm:t>
    </dgm:pt>
    <dgm:pt modelId="{37E4E97E-9063-42FF-A3A5-8B23205D1682}" type="pres">
      <dgm:prSet presAssocID="{23DE9B4E-6BBE-4C5D-8BE4-C7C77499FECB}" presName="Name0" presStyleCnt="0">
        <dgm:presLayoutVars>
          <dgm:animLvl val="lvl"/>
          <dgm:resizeHandles val="exact"/>
        </dgm:presLayoutVars>
      </dgm:prSet>
      <dgm:spPr/>
    </dgm:pt>
    <dgm:pt modelId="{88461EF7-C7C5-4E8B-AA2E-C9E56C6778B3}" type="pres">
      <dgm:prSet presAssocID="{A2DD43AC-C3B9-4E01-962B-ADE3D2D0BC3C}" presName="compositeNode" presStyleCnt="0">
        <dgm:presLayoutVars>
          <dgm:bulletEnabled val="1"/>
        </dgm:presLayoutVars>
      </dgm:prSet>
      <dgm:spPr/>
    </dgm:pt>
    <dgm:pt modelId="{72C4C64F-6732-4A7F-AE21-270322461142}" type="pres">
      <dgm:prSet presAssocID="{A2DD43AC-C3B9-4E01-962B-ADE3D2D0BC3C}" presName="bgRect" presStyleLbl="bgAccFollowNode1" presStyleIdx="0" presStyleCnt="5"/>
      <dgm:spPr/>
    </dgm:pt>
    <dgm:pt modelId="{71D742C8-CA9F-44FF-BBA9-C9F85B9C4187}" type="pres">
      <dgm:prSet presAssocID="{8CAE6B7C-AAD0-4915-9C8F-84EFE785C4A8}" presName="sibTransNodeCircle" presStyleLbl="alignNode1" presStyleIdx="0" presStyleCnt="10">
        <dgm:presLayoutVars>
          <dgm:chMax val="0"/>
          <dgm:bulletEnabled/>
        </dgm:presLayoutVars>
      </dgm:prSet>
      <dgm:spPr/>
    </dgm:pt>
    <dgm:pt modelId="{2EEEFB3F-E74A-4B30-81CB-51DBB4F402AB}" type="pres">
      <dgm:prSet presAssocID="{A2DD43AC-C3B9-4E01-962B-ADE3D2D0BC3C}" presName="bottomLine" presStyleLbl="alignNode1" presStyleIdx="1" presStyleCnt="10">
        <dgm:presLayoutVars/>
      </dgm:prSet>
      <dgm:spPr/>
    </dgm:pt>
    <dgm:pt modelId="{BD5F1FDE-3930-438C-85EA-852BE6591FE6}" type="pres">
      <dgm:prSet presAssocID="{A2DD43AC-C3B9-4E01-962B-ADE3D2D0BC3C}" presName="nodeText" presStyleLbl="bgAccFollowNode1" presStyleIdx="0" presStyleCnt="5">
        <dgm:presLayoutVars>
          <dgm:bulletEnabled val="1"/>
        </dgm:presLayoutVars>
      </dgm:prSet>
      <dgm:spPr/>
    </dgm:pt>
    <dgm:pt modelId="{702AE551-6890-4F90-B639-DB459E366D4B}" type="pres">
      <dgm:prSet presAssocID="{8CAE6B7C-AAD0-4915-9C8F-84EFE785C4A8}" presName="sibTrans" presStyleCnt="0"/>
      <dgm:spPr/>
    </dgm:pt>
    <dgm:pt modelId="{A0F0AEBF-C285-4521-B4DE-20BC6DC7B29A}" type="pres">
      <dgm:prSet presAssocID="{D116DA74-63FB-498A-9BF0-FFF2299693A3}" presName="compositeNode" presStyleCnt="0">
        <dgm:presLayoutVars>
          <dgm:bulletEnabled val="1"/>
        </dgm:presLayoutVars>
      </dgm:prSet>
      <dgm:spPr/>
    </dgm:pt>
    <dgm:pt modelId="{DA9F174D-59FE-422F-B9ED-6FE9C5C6A122}" type="pres">
      <dgm:prSet presAssocID="{D116DA74-63FB-498A-9BF0-FFF2299693A3}" presName="bgRect" presStyleLbl="bgAccFollowNode1" presStyleIdx="1" presStyleCnt="5"/>
      <dgm:spPr/>
    </dgm:pt>
    <dgm:pt modelId="{7DEF6379-E6EF-4424-862A-F762520C6C77}" type="pres">
      <dgm:prSet presAssocID="{E34B3C3A-943B-4DA3-BD41-211A61D8CD4A}" presName="sibTransNodeCircle" presStyleLbl="alignNode1" presStyleIdx="2" presStyleCnt="10">
        <dgm:presLayoutVars>
          <dgm:chMax val="0"/>
          <dgm:bulletEnabled/>
        </dgm:presLayoutVars>
      </dgm:prSet>
      <dgm:spPr/>
    </dgm:pt>
    <dgm:pt modelId="{45F5DDB3-624A-452D-BE14-3F7BA7BD9F8A}" type="pres">
      <dgm:prSet presAssocID="{D116DA74-63FB-498A-9BF0-FFF2299693A3}" presName="bottomLine" presStyleLbl="alignNode1" presStyleIdx="3" presStyleCnt="10">
        <dgm:presLayoutVars/>
      </dgm:prSet>
      <dgm:spPr/>
    </dgm:pt>
    <dgm:pt modelId="{ABA2AC96-C17B-4F18-A0B8-3C7B832FC033}" type="pres">
      <dgm:prSet presAssocID="{D116DA74-63FB-498A-9BF0-FFF2299693A3}" presName="nodeText" presStyleLbl="bgAccFollowNode1" presStyleIdx="1" presStyleCnt="5">
        <dgm:presLayoutVars>
          <dgm:bulletEnabled val="1"/>
        </dgm:presLayoutVars>
      </dgm:prSet>
      <dgm:spPr/>
    </dgm:pt>
    <dgm:pt modelId="{263910B9-81AE-44DB-8DB9-1AE0A5B903A6}" type="pres">
      <dgm:prSet presAssocID="{E34B3C3A-943B-4DA3-BD41-211A61D8CD4A}" presName="sibTrans" presStyleCnt="0"/>
      <dgm:spPr/>
    </dgm:pt>
    <dgm:pt modelId="{20460E86-5E00-4E39-93A6-48CEDE1B9F67}" type="pres">
      <dgm:prSet presAssocID="{6590E21F-ECF6-4F0F-8EF3-8DCC2F500DC1}" presName="compositeNode" presStyleCnt="0">
        <dgm:presLayoutVars>
          <dgm:bulletEnabled val="1"/>
        </dgm:presLayoutVars>
      </dgm:prSet>
      <dgm:spPr/>
    </dgm:pt>
    <dgm:pt modelId="{CD68A327-859A-4250-BFED-7FEAA0AC6323}" type="pres">
      <dgm:prSet presAssocID="{6590E21F-ECF6-4F0F-8EF3-8DCC2F500DC1}" presName="bgRect" presStyleLbl="bgAccFollowNode1" presStyleIdx="2" presStyleCnt="5"/>
      <dgm:spPr/>
    </dgm:pt>
    <dgm:pt modelId="{F6ADC311-C254-4DCD-975B-7E0D3958DEA2}" type="pres">
      <dgm:prSet presAssocID="{6A584413-E8DD-4730-BBCE-5B33C79CC047}" presName="sibTransNodeCircle" presStyleLbl="alignNode1" presStyleIdx="4" presStyleCnt="10">
        <dgm:presLayoutVars>
          <dgm:chMax val="0"/>
          <dgm:bulletEnabled/>
        </dgm:presLayoutVars>
      </dgm:prSet>
      <dgm:spPr/>
    </dgm:pt>
    <dgm:pt modelId="{724887D4-3E70-4618-8DA1-62863B677975}" type="pres">
      <dgm:prSet presAssocID="{6590E21F-ECF6-4F0F-8EF3-8DCC2F500DC1}" presName="bottomLine" presStyleLbl="alignNode1" presStyleIdx="5" presStyleCnt="10">
        <dgm:presLayoutVars/>
      </dgm:prSet>
      <dgm:spPr/>
    </dgm:pt>
    <dgm:pt modelId="{F880F48F-DC50-4C86-9F89-5EFA4D1874B2}" type="pres">
      <dgm:prSet presAssocID="{6590E21F-ECF6-4F0F-8EF3-8DCC2F500DC1}" presName="nodeText" presStyleLbl="bgAccFollowNode1" presStyleIdx="2" presStyleCnt="5">
        <dgm:presLayoutVars>
          <dgm:bulletEnabled val="1"/>
        </dgm:presLayoutVars>
      </dgm:prSet>
      <dgm:spPr/>
    </dgm:pt>
    <dgm:pt modelId="{B5A21BF3-8879-4AC5-8E75-83C1CF097FAD}" type="pres">
      <dgm:prSet presAssocID="{6A584413-E8DD-4730-BBCE-5B33C79CC047}" presName="sibTrans" presStyleCnt="0"/>
      <dgm:spPr/>
    </dgm:pt>
    <dgm:pt modelId="{3103FFBE-675C-475A-9A9E-39B5403DD905}" type="pres">
      <dgm:prSet presAssocID="{945AE225-2E14-4A30-B2DE-91E76C1A79DC}" presName="compositeNode" presStyleCnt="0">
        <dgm:presLayoutVars>
          <dgm:bulletEnabled val="1"/>
        </dgm:presLayoutVars>
      </dgm:prSet>
      <dgm:spPr/>
    </dgm:pt>
    <dgm:pt modelId="{560008D0-EE8A-467D-8EC5-171BC1F76D6C}" type="pres">
      <dgm:prSet presAssocID="{945AE225-2E14-4A30-B2DE-91E76C1A79DC}" presName="bgRect" presStyleLbl="bgAccFollowNode1" presStyleIdx="3" presStyleCnt="5"/>
      <dgm:spPr/>
    </dgm:pt>
    <dgm:pt modelId="{0A2CCE9C-B30C-4F87-9809-80341151AC5B}" type="pres">
      <dgm:prSet presAssocID="{5452A8C0-D1E1-4D85-9925-4C26BDAD7126}" presName="sibTransNodeCircle" presStyleLbl="alignNode1" presStyleIdx="6" presStyleCnt="10">
        <dgm:presLayoutVars>
          <dgm:chMax val="0"/>
          <dgm:bulletEnabled/>
        </dgm:presLayoutVars>
      </dgm:prSet>
      <dgm:spPr/>
    </dgm:pt>
    <dgm:pt modelId="{330797E7-6707-416F-9522-83B208C06EF7}" type="pres">
      <dgm:prSet presAssocID="{945AE225-2E14-4A30-B2DE-91E76C1A79DC}" presName="bottomLine" presStyleLbl="alignNode1" presStyleIdx="7" presStyleCnt="10">
        <dgm:presLayoutVars/>
      </dgm:prSet>
      <dgm:spPr/>
    </dgm:pt>
    <dgm:pt modelId="{8603370E-C773-4B4E-B08E-945FC276E904}" type="pres">
      <dgm:prSet presAssocID="{945AE225-2E14-4A30-B2DE-91E76C1A79DC}" presName="nodeText" presStyleLbl="bgAccFollowNode1" presStyleIdx="3" presStyleCnt="5">
        <dgm:presLayoutVars>
          <dgm:bulletEnabled val="1"/>
        </dgm:presLayoutVars>
      </dgm:prSet>
      <dgm:spPr/>
    </dgm:pt>
    <dgm:pt modelId="{97C9258C-537F-4759-BADE-8630D8CE877B}" type="pres">
      <dgm:prSet presAssocID="{5452A8C0-D1E1-4D85-9925-4C26BDAD7126}" presName="sibTrans" presStyleCnt="0"/>
      <dgm:spPr/>
    </dgm:pt>
    <dgm:pt modelId="{37785D0D-30D7-4DAE-9233-8F405F04E0B5}" type="pres">
      <dgm:prSet presAssocID="{B5641265-0627-41E6-9EAE-5E946150E036}" presName="compositeNode" presStyleCnt="0">
        <dgm:presLayoutVars>
          <dgm:bulletEnabled val="1"/>
        </dgm:presLayoutVars>
      </dgm:prSet>
      <dgm:spPr/>
    </dgm:pt>
    <dgm:pt modelId="{E3D1D00C-B31E-4A85-9AE9-4BA5796E2B77}" type="pres">
      <dgm:prSet presAssocID="{B5641265-0627-41E6-9EAE-5E946150E036}" presName="bgRect" presStyleLbl="bgAccFollowNode1" presStyleIdx="4" presStyleCnt="5"/>
      <dgm:spPr/>
    </dgm:pt>
    <dgm:pt modelId="{10BB716E-4BAF-4572-89D5-D64C1E7600BE}" type="pres">
      <dgm:prSet presAssocID="{132D8D4E-B983-43C6-9A7F-78E5741F205A}" presName="sibTransNodeCircle" presStyleLbl="alignNode1" presStyleIdx="8" presStyleCnt="10">
        <dgm:presLayoutVars>
          <dgm:chMax val="0"/>
          <dgm:bulletEnabled/>
        </dgm:presLayoutVars>
      </dgm:prSet>
      <dgm:spPr/>
    </dgm:pt>
    <dgm:pt modelId="{F912091C-96A5-4260-B8BA-250597430916}" type="pres">
      <dgm:prSet presAssocID="{B5641265-0627-41E6-9EAE-5E946150E036}" presName="bottomLine" presStyleLbl="alignNode1" presStyleIdx="9" presStyleCnt="10">
        <dgm:presLayoutVars/>
      </dgm:prSet>
      <dgm:spPr/>
    </dgm:pt>
    <dgm:pt modelId="{4DB48B4F-A606-4714-BB1E-81B99A793BC8}" type="pres">
      <dgm:prSet presAssocID="{B5641265-0627-41E6-9EAE-5E946150E036}" presName="nodeText" presStyleLbl="bgAccFollowNode1" presStyleIdx="4" presStyleCnt="5">
        <dgm:presLayoutVars>
          <dgm:bulletEnabled val="1"/>
        </dgm:presLayoutVars>
      </dgm:prSet>
      <dgm:spPr/>
    </dgm:pt>
  </dgm:ptLst>
  <dgm:cxnLst>
    <dgm:cxn modelId="{06237F06-CD63-4940-8CAB-7B7875C1C1BC}" type="presOf" srcId="{B5641265-0627-41E6-9EAE-5E946150E036}" destId="{E3D1D00C-B31E-4A85-9AE9-4BA5796E2B77}" srcOrd="0" destOrd="0" presId="urn:microsoft.com/office/officeart/2016/7/layout/BasicLinearProcessNumbered"/>
    <dgm:cxn modelId="{FB704D21-8E02-4FAA-8698-7AC5AA44D4EE}" srcId="{23DE9B4E-6BBE-4C5D-8BE4-C7C77499FECB}" destId="{A2DD43AC-C3B9-4E01-962B-ADE3D2D0BC3C}" srcOrd="0" destOrd="0" parTransId="{3748501D-CAD6-414C-8999-C961A937B7AF}" sibTransId="{8CAE6B7C-AAD0-4915-9C8F-84EFE785C4A8}"/>
    <dgm:cxn modelId="{D3F60D23-6E47-4330-8F20-13C1DF1FAA56}" type="presOf" srcId="{D116DA74-63FB-498A-9BF0-FFF2299693A3}" destId="{ABA2AC96-C17B-4F18-A0B8-3C7B832FC033}" srcOrd="1" destOrd="0" presId="urn:microsoft.com/office/officeart/2016/7/layout/BasicLinearProcessNumbered"/>
    <dgm:cxn modelId="{9C00AA2A-CB9B-48B5-8D5B-7BB75E8C2190}" type="presOf" srcId="{945AE225-2E14-4A30-B2DE-91E76C1A79DC}" destId="{8603370E-C773-4B4E-B08E-945FC276E904}" srcOrd="1" destOrd="0" presId="urn:microsoft.com/office/officeart/2016/7/layout/BasicLinearProcessNumbered"/>
    <dgm:cxn modelId="{1509F434-3D26-4F46-8F41-8C1D6565F292}" srcId="{23DE9B4E-6BBE-4C5D-8BE4-C7C77499FECB}" destId="{D116DA74-63FB-498A-9BF0-FFF2299693A3}" srcOrd="1" destOrd="0" parTransId="{DF4FF350-72B4-4366-BBAB-02596FA4F272}" sibTransId="{E34B3C3A-943B-4DA3-BD41-211A61D8CD4A}"/>
    <dgm:cxn modelId="{7C69B865-8B2B-42EA-AB64-AADB082D2D3E}" type="presOf" srcId="{8CAE6B7C-AAD0-4915-9C8F-84EFE785C4A8}" destId="{71D742C8-CA9F-44FF-BBA9-C9F85B9C4187}" srcOrd="0" destOrd="0" presId="urn:microsoft.com/office/officeart/2016/7/layout/BasicLinearProcessNumbered"/>
    <dgm:cxn modelId="{A658AE70-692B-43D8-8709-D038AEA28170}" type="presOf" srcId="{132D8D4E-B983-43C6-9A7F-78E5741F205A}" destId="{10BB716E-4BAF-4572-89D5-D64C1E7600BE}" srcOrd="0" destOrd="0" presId="urn:microsoft.com/office/officeart/2016/7/layout/BasicLinearProcessNumbered"/>
    <dgm:cxn modelId="{88B12751-D86A-4459-9F12-F45A0186EBD5}" type="presOf" srcId="{5452A8C0-D1E1-4D85-9925-4C26BDAD7126}" destId="{0A2CCE9C-B30C-4F87-9809-80341151AC5B}" srcOrd="0" destOrd="0" presId="urn:microsoft.com/office/officeart/2016/7/layout/BasicLinearProcessNumbered"/>
    <dgm:cxn modelId="{342E7E74-27BA-4449-A31C-1DB858B21171}" srcId="{23DE9B4E-6BBE-4C5D-8BE4-C7C77499FECB}" destId="{6590E21F-ECF6-4F0F-8EF3-8DCC2F500DC1}" srcOrd="2" destOrd="0" parTransId="{E2D9DA97-4FA8-4212-9F5E-FACDBA2DDB44}" sibTransId="{6A584413-E8DD-4730-BBCE-5B33C79CC047}"/>
    <dgm:cxn modelId="{C83D2178-43FC-4E94-A04C-08D30BD15F27}" type="presOf" srcId="{6590E21F-ECF6-4F0F-8EF3-8DCC2F500DC1}" destId="{F880F48F-DC50-4C86-9F89-5EFA4D1874B2}" srcOrd="1" destOrd="0" presId="urn:microsoft.com/office/officeart/2016/7/layout/BasicLinearProcessNumbered"/>
    <dgm:cxn modelId="{33E0F381-95C5-4AF4-A3F3-78A664BDFD64}" type="presOf" srcId="{6A584413-E8DD-4730-BBCE-5B33C79CC047}" destId="{F6ADC311-C254-4DCD-975B-7E0D3958DEA2}" srcOrd="0" destOrd="0" presId="urn:microsoft.com/office/officeart/2016/7/layout/BasicLinearProcessNumbered"/>
    <dgm:cxn modelId="{4E168083-2FE7-433B-824E-542980B99F91}" srcId="{23DE9B4E-6BBE-4C5D-8BE4-C7C77499FECB}" destId="{B5641265-0627-41E6-9EAE-5E946150E036}" srcOrd="4" destOrd="0" parTransId="{1A9938FB-E7E1-4913-9570-90146942FC64}" sibTransId="{132D8D4E-B983-43C6-9A7F-78E5741F205A}"/>
    <dgm:cxn modelId="{9A2F7A86-5D34-4F01-90CE-76F8B85BEB0C}" type="presOf" srcId="{945AE225-2E14-4A30-B2DE-91E76C1A79DC}" destId="{560008D0-EE8A-467D-8EC5-171BC1F76D6C}" srcOrd="0" destOrd="0" presId="urn:microsoft.com/office/officeart/2016/7/layout/BasicLinearProcessNumbered"/>
    <dgm:cxn modelId="{3C17E48C-11A4-41E7-9771-AD70E99A8696}" type="presOf" srcId="{6590E21F-ECF6-4F0F-8EF3-8DCC2F500DC1}" destId="{CD68A327-859A-4250-BFED-7FEAA0AC6323}" srcOrd="0" destOrd="0" presId="urn:microsoft.com/office/officeart/2016/7/layout/BasicLinearProcessNumbered"/>
    <dgm:cxn modelId="{F9B385B0-49DB-40D1-9D25-59D5227B187A}" type="presOf" srcId="{E34B3C3A-943B-4DA3-BD41-211A61D8CD4A}" destId="{7DEF6379-E6EF-4424-862A-F762520C6C77}" srcOrd="0" destOrd="0" presId="urn:microsoft.com/office/officeart/2016/7/layout/BasicLinearProcessNumbered"/>
    <dgm:cxn modelId="{833924BC-C793-4DC6-AD9F-EDADA738443F}" type="presOf" srcId="{A2DD43AC-C3B9-4E01-962B-ADE3D2D0BC3C}" destId="{BD5F1FDE-3930-438C-85EA-852BE6591FE6}" srcOrd="1" destOrd="0" presId="urn:microsoft.com/office/officeart/2016/7/layout/BasicLinearProcessNumbered"/>
    <dgm:cxn modelId="{63F2B8C4-F2A8-40A8-94E0-82B1DA600331}" type="presOf" srcId="{A2DD43AC-C3B9-4E01-962B-ADE3D2D0BC3C}" destId="{72C4C64F-6732-4A7F-AE21-270322461142}" srcOrd="0" destOrd="0" presId="urn:microsoft.com/office/officeart/2016/7/layout/BasicLinearProcessNumbered"/>
    <dgm:cxn modelId="{CC74EFCE-A82D-457F-99C5-BB05F617F5AF}" type="presOf" srcId="{23DE9B4E-6BBE-4C5D-8BE4-C7C77499FECB}" destId="{37E4E97E-9063-42FF-A3A5-8B23205D1682}" srcOrd="0" destOrd="0" presId="urn:microsoft.com/office/officeart/2016/7/layout/BasicLinearProcessNumbered"/>
    <dgm:cxn modelId="{031121D3-3322-496B-8DE6-DB31EB663B0C}" srcId="{23DE9B4E-6BBE-4C5D-8BE4-C7C77499FECB}" destId="{945AE225-2E14-4A30-B2DE-91E76C1A79DC}" srcOrd="3" destOrd="0" parTransId="{14AE3099-EF2F-46C4-9A64-678D35BE5FAE}" sibTransId="{5452A8C0-D1E1-4D85-9925-4C26BDAD7126}"/>
    <dgm:cxn modelId="{B7B588DC-1AFE-4B3B-B8A4-E70600C29F7E}" type="presOf" srcId="{D116DA74-63FB-498A-9BF0-FFF2299693A3}" destId="{DA9F174D-59FE-422F-B9ED-6FE9C5C6A122}" srcOrd="0" destOrd="0" presId="urn:microsoft.com/office/officeart/2016/7/layout/BasicLinearProcessNumbered"/>
    <dgm:cxn modelId="{8CCDABEC-E56B-4AC7-B430-F899D56D542E}" type="presOf" srcId="{B5641265-0627-41E6-9EAE-5E946150E036}" destId="{4DB48B4F-A606-4714-BB1E-81B99A793BC8}" srcOrd="1" destOrd="0" presId="urn:microsoft.com/office/officeart/2016/7/layout/BasicLinearProcessNumbered"/>
    <dgm:cxn modelId="{27EA74D0-49A5-4235-A0E6-3788DF514EAA}" type="presParOf" srcId="{37E4E97E-9063-42FF-A3A5-8B23205D1682}" destId="{88461EF7-C7C5-4E8B-AA2E-C9E56C6778B3}" srcOrd="0" destOrd="0" presId="urn:microsoft.com/office/officeart/2016/7/layout/BasicLinearProcessNumbered"/>
    <dgm:cxn modelId="{485BDBA8-9F7E-4329-9784-BBBA2FB74422}" type="presParOf" srcId="{88461EF7-C7C5-4E8B-AA2E-C9E56C6778B3}" destId="{72C4C64F-6732-4A7F-AE21-270322461142}" srcOrd="0" destOrd="0" presId="urn:microsoft.com/office/officeart/2016/7/layout/BasicLinearProcessNumbered"/>
    <dgm:cxn modelId="{0A4E6E6A-DE82-444D-9EA2-3C1DD7DE5433}" type="presParOf" srcId="{88461EF7-C7C5-4E8B-AA2E-C9E56C6778B3}" destId="{71D742C8-CA9F-44FF-BBA9-C9F85B9C4187}" srcOrd="1" destOrd="0" presId="urn:microsoft.com/office/officeart/2016/7/layout/BasicLinearProcessNumbered"/>
    <dgm:cxn modelId="{83997B21-3412-475E-AC76-C75BE93E5FA6}" type="presParOf" srcId="{88461EF7-C7C5-4E8B-AA2E-C9E56C6778B3}" destId="{2EEEFB3F-E74A-4B30-81CB-51DBB4F402AB}" srcOrd="2" destOrd="0" presId="urn:microsoft.com/office/officeart/2016/7/layout/BasicLinearProcessNumbered"/>
    <dgm:cxn modelId="{AA658F1F-568D-4FBF-B2F9-550FA951DEF1}" type="presParOf" srcId="{88461EF7-C7C5-4E8B-AA2E-C9E56C6778B3}" destId="{BD5F1FDE-3930-438C-85EA-852BE6591FE6}" srcOrd="3" destOrd="0" presId="urn:microsoft.com/office/officeart/2016/7/layout/BasicLinearProcessNumbered"/>
    <dgm:cxn modelId="{00CA7476-F84B-4D58-A578-F23DC6FC718C}" type="presParOf" srcId="{37E4E97E-9063-42FF-A3A5-8B23205D1682}" destId="{702AE551-6890-4F90-B639-DB459E366D4B}" srcOrd="1" destOrd="0" presId="urn:microsoft.com/office/officeart/2016/7/layout/BasicLinearProcessNumbered"/>
    <dgm:cxn modelId="{702E8D37-98B4-4234-96F1-60FD5E5A43ED}" type="presParOf" srcId="{37E4E97E-9063-42FF-A3A5-8B23205D1682}" destId="{A0F0AEBF-C285-4521-B4DE-20BC6DC7B29A}" srcOrd="2" destOrd="0" presId="urn:microsoft.com/office/officeart/2016/7/layout/BasicLinearProcessNumbered"/>
    <dgm:cxn modelId="{8343E7FA-DCE4-4162-914E-0BF48F343A3F}" type="presParOf" srcId="{A0F0AEBF-C285-4521-B4DE-20BC6DC7B29A}" destId="{DA9F174D-59FE-422F-B9ED-6FE9C5C6A122}" srcOrd="0" destOrd="0" presId="urn:microsoft.com/office/officeart/2016/7/layout/BasicLinearProcessNumbered"/>
    <dgm:cxn modelId="{3D31E338-51EA-47D7-B29F-96B2BB56E34F}" type="presParOf" srcId="{A0F0AEBF-C285-4521-B4DE-20BC6DC7B29A}" destId="{7DEF6379-E6EF-4424-862A-F762520C6C77}" srcOrd="1" destOrd="0" presId="urn:microsoft.com/office/officeart/2016/7/layout/BasicLinearProcessNumbered"/>
    <dgm:cxn modelId="{9E61512E-1D85-49B1-8F2D-AB8DBF71AD15}" type="presParOf" srcId="{A0F0AEBF-C285-4521-B4DE-20BC6DC7B29A}" destId="{45F5DDB3-624A-452D-BE14-3F7BA7BD9F8A}" srcOrd="2" destOrd="0" presId="urn:microsoft.com/office/officeart/2016/7/layout/BasicLinearProcessNumbered"/>
    <dgm:cxn modelId="{F1F5C49F-A27D-4216-852A-EEAD51766485}" type="presParOf" srcId="{A0F0AEBF-C285-4521-B4DE-20BC6DC7B29A}" destId="{ABA2AC96-C17B-4F18-A0B8-3C7B832FC033}" srcOrd="3" destOrd="0" presId="urn:microsoft.com/office/officeart/2016/7/layout/BasicLinearProcessNumbered"/>
    <dgm:cxn modelId="{C98E7CB9-117C-4905-A37B-B00E90CFD48B}" type="presParOf" srcId="{37E4E97E-9063-42FF-A3A5-8B23205D1682}" destId="{263910B9-81AE-44DB-8DB9-1AE0A5B903A6}" srcOrd="3" destOrd="0" presId="urn:microsoft.com/office/officeart/2016/7/layout/BasicLinearProcessNumbered"/>
    <dgm:cxn modelId="{135F7D9A-5CBE-424B-9D43-ECDADDCE8C31}" type="presParOf" srcId="{37E4E97E-9063-42FF-A3A5-8B23205D1682}" destId="{20460E86-5E00-4E39-93A6-48CEDE1B9F67}" srcOrd="4" destOrd="0" presId="urn:microsoft.com/office/officeart/2016/7/layout/BasicLinearProcessNumbered"/>
    <dgm:cxn modelId="{10325143-DFCE-43FB-8DD2-DB4CB1C33A5D}" type="presParOf" srcId="{20460E86-5E00-4E39-93A6-48CEDE1B9F67}" destId="{CD68A327-859A-4250-BFED-7FEAA0AC6323}" srcOrd="0" destOrd="0" presId="urn:microsoft.com/office/officeart/2016/7/layout/BasicLinearProcessNumbered"/>
    <dgm:cxn modelId="{15BACE5C-AEAA-44CB-8E67-AAB089347270}" type="presParOf" srcId="{20460E86-5E00-4E39-93A6-48CEDE1B9F67}" destId="{F6ADC311-C254-4DCD-975B-7E0D3958DEA2}" srcOrd="1" destOrd="0" presId="urn:microsoft.com/office/officeart/2016/7/layout/BasicLinearProcessNumbered"/>
    <dgm:cxn modelId="{3D423676-0213-4741-9FD6-8C55C44B83D7}" type="presParOf" srcId="{20460E86-5E00-4E39-93A6-48CEDE1B9F67}" destId="{724887D4-3E70-4618-8DA1-62863B677975}" srcOrd="2" destOrd="0" presId="urn:microsoft.com/office/officeart/2016/7/layout/BasicLinearProcessNumbered"/>
    <dgm:cxn modelId="{DB495C50-72B7-40EC-A083-321BBAA751A9}" type="presParOf" srcId="{20460E86-5E00-4E39-93A6-48CEDE1B9F67}" destId="{F880F48F-DC50-4C86-9F89-5EFA4D1874B2}" srcOrd="3" destOrd="0" presId="urn:microsoft.com/office/officeart/2016/7/layout/BasicLinearProcessNumbered"/>
    <dgm:cxn modelId="{9008CEC8-BCBD-4019-A87B-9045A57F51D2}" type="presParOf" srcId="{37E4E97E-9063-42FF-A3A5-8B23205D1682}" destId="{B5A21BF3-8879-4AC5-8E75-83C1CF097FAD}" srcOrd="5" destOrd="0" presId="urn:microsoft.com/office/officeart/2016/7/layout/BasicLinearProcessNumbered"/>
    <dgm:cxn modelId="{0601838D-6004-4B35-9B48-6EA64303F1C4}" type="presParOf" srcId="{37E4E97E-9063-42FF-A3A5-8B23205D1682}" destId="{3103FFBE-675C-475A-9A9E-39B5403DD905}" srcOrd="6" destOrd="0" presId="urn:microsoft.com/office/officeart/2016/7/layout/BasicLinearProcessNumbered"/>
    <dgm:cxn modelId="{DDCA600F-2AB2-4D50-A1EE-E3CD84629C98}" type="presParOf" srcId="{3103FFBE-675C-475A-9A9E-39B5403DD905}" destId="{560008D0-EE8A-467D-8EC5-171BC1F76D6C}" srcOrd="0" destOrd="0" presId="urn:microsoft.com/office/officeart/2016/7/layout/BasicLinearProcessNumbered"/>
    <dgm:cxn modelId="{295FD01C-8038-41F3-89CB-04EB377A8AA3}" type="presParOf" srcId="{3103FFBE-675C-475A-9A9E-39B5403DD905}" destId="{0A2CCE9C-B30C-4F87-9809-80341151AC5B}" srcOrd="1" destOrd="0" presId="urn:microsoft.com/office/officeart/2016/7/layout/BasicLinearProcessNumbered"/>
    <dgm:cxn modelId="{12A60ACC-09D6-4B05-8288-2FC65449814D}" type="presParOf" srcId="{3103FFBE-675C-475A-9A9E-39B5403DD905}" destId="{330797E7-6707-416F-9522-83B208C06EF7}" srcOrd="2" destOrd="0" presId="urn:microsoft.com/office/officeart/2016/7/layout/BasicLinearProcessNumbered"/>
    <dgm:cxn modelId="{E96FAADF-426D-49C6-AC0E-4070AEB7020C}" type="presParOf" srcId="{3103FFBE-675C-475A-9A9E-39B5403DD905}" destId="{8603370E-C773-4B4E-B08E-945FC276E904}" srcOrd="3" destOrd="0" presId="urn:microsoft.com/office/officeart/2016/7/layout/BasicLinearProcessNumbered"/>
    <dgm:cxn modelId="{D49E50ED-F7B3-4685-9BB3-78722240D27D}" type="presParOf" srcId="{37E4E97E-9063-42FF-A3A5-8B23205D1682}" destId="{97C9258C-537F-4759-BADE-8630D8CE877B}" srcOrd="7" destOrd="0" presId="urn:microsoft.com/office/officeart/2016/7/layout/BasicLinearProcessNumbered"/>
    <dgm:cxn modelId="{62301FD6-C391-4842-B296-705226D01AC2}" type="presParOf" srcId="{37E4E97E-9063-42FF-A3A5-8B23205D1682}" destId="{37785D0D-30D7-4DAE-9233-8F405F04E0B5}" srcOrd="8" destOrd="0" presId="urn:microsoft.com/office/officeart/2016/7/layout/BasicLinearProcessNumbered"/>
    <dgm:cxn modelId="{253F0E53-11AF-4E12-8D34-77AB173FB990}" type="presParOf" srcId="{37785D0D-30D7-4DAE-9233-8F405F04E0B5}" destId="{E3D1D00C-B31E-4A85-9AE9-4BA5796E2B77}" srcOrd="0" destOrd="0" presId="urn:microsoft.com/office/officeart/2016/7/layout/BasicLinearProcessNumbered"/>
    <dgm:cxn modelId="{93B7F607-59FF-4983-A95E-6096DD77DF2C}" type="presParOf" srcId="{37785D0D-30D7-4DAE-9233-8F405F04E0B5}" destId="{10BB716E-4BAF-4572-89D5-D64C1E7600BE}" srcOrd="1" destOrd="0" presId="urn:microsoft.com/office/officeart/2016/7/layout/BasicLinearProcessNumbered"/>
    <dgm:cxn modelId="{E3AD20FF-5AEF-4DD4-A206-F30F493331AE}" type="presParOf" srcId="{37785D0D-30D7-4DAE-9233-8F405F04E0B5}" destId="{F912091C-96A5-4260-B8BA-250597430916}" srcOrd="2" destOrd="0" presId="urn:microsoft.com/office/officeart/2016/7/layout/BasicLinearProcessNumbered"/>
    <dgm:cxn modelId="{32DC8303-C782-4FCB-B5EB-BB7ECAB2BA8F}" type="presParOf" srcId="{37785D0D-30D7-4DAE-9233-8F405F04E0B5}" destId="{4DB48B4F-A606-4714-BB1E-81B99A793BC8}" srcOrd="3" destOrd="0" presId="urn:microsoft.com/office/officeart/2016/7/layout/BasicLinear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F23DDA-2F6E-4FD4-A32E-306F55BC0F6E}" type="doc">
      <dgm:prSet loTypeId="urn:microsoft.com/office/officeart/2005/8/layout/default" loCatId="list" qsTypeId="urn:microsoft.com/office/officeart/2005/8/quickstyle/simple4" qsCatId="simple" csTypeId="urn:microsoft.com/office/officeart/2005/8/colors/colorful2" csCatId="colorful" phldr="1"/>
      <dgm:spPr/>
      <dgm:t>
        <a:bodyPr/>
        <a:lstStyle/>
        <a:p>
          <a:endParaRPr lang="en-US"/>
        </a:p>
      </dgm:t>
    </dgm:pt>
    <dgm:pt modelId="{C6575C62-4CED-430B-B390-3E58ADE9238F}">
      <dgm:prSet custT="1"/>
      <dgm:spPr>
        <a:solidFill>
          <a:schemeClr val="accent3"/>
        </a:solidFill>
      </dgm:spPr>
      <dgm:t>
        <a:bodyPr/>
        <a:lstStyle/>
        <a:p>
          <a:r>
            <a:rPr lang="en-US" sz="3600" b="1" i="0" baseline="0" dirty="0"/>
            <a:t>Goal</a:t>
          </a:r>
          <a:r>
            <a:rPr lang="en-US" sz="3600" b="0" i="0" baseline="0" dirty="0"/>
            <a:t>: Predict star ratings (1-5) for drug aspects </a:t>
          </a:r>
          <a:endParaRPr lang="en-US" sz="3600" dirty="0"/>
        </a:p>
      </dgm:t>
    </dgm:pt>
    <dgm:pt modelId="{0CB08F98-2184-4604-9D1F-57C949E5106F}" type="parTrans" cxnId="{97AB1B9A-6F59-408E-9FC9-C3DC27424A86}">
      <dgm:prSet/>
      <dgm:spPr/>
      <dgm:t>
        <a:bodyPr/>
        <a:lstStyle/>
        <a:p>
          <a:endParaRPr lang="en-US"/>
        </a:p>
      </dgm:t>
    </dgm:pt>
    <dgm:pt modelId="{52D0B87D-10FE-42EC-83F3-E81E7131BD12}" type="sibTrans" cxnId="{97AB1B9A-6F59-408E-9FC9-C3DC27424A86}">
      <dgm:prSet/>
      <dgm:spPr/>
      <dgm:t>
        <a:bodyPr/>
        <a:lstStyle/>
        <a:p>
          <a:endParaRPr lang="en-US"/>
        </a:p>
      </dgm:t>
    </dgm:pt>
    <dgm:pt modelId="{96B634A4-D4BA-4E11-BBCF-5AE1A5A36DF7}">
      <dgm:prSet custT="1"/>
      <dgm:spPr>
        <a:solidFill>
          <a:schemeClr val="accent3"/>
        </a:solidFill>
      </dgm:spPr>
      <dgm:t>
        <a:bodyPr/>
        <a:lstStyle/>
        <a:p>
          <a:r>
            <a:rPr lang="en-US" sz="3600" b="1" i="0" baseline="0" dirty="0"/>
            <a:t>Target</a:t>
          </a:r>
          <a:r>
            <a:rPr lang="en-US" sz="3600" b="0" i="0" baseline="0" dirty="0"/>
            <a:t>: Achieve &gt;80% accuracy on ~50,000 balanced samples </a:t>
          </a:r>
          <a:endParaRPr lang="en-US" sz="3600" dirty="0"/>
        </a:p>
      </dgm:t>
    </dgm:pt>
    <dgm:pt modelId="{6A80F725-45BE-4A4E-830B-0F9B42116447}" type="parTrans" cxnId="{05F02ABE-2DD2-4403-B547-EF597B52755B}">
      <dgm:prSet/>
      <dgm:spPr/>
      <dgm:t>
        <a:bodyPr/>
        <a:lstStyle/>
        <a:p>
          <a:endParaRPr lang="en-US"/>
        </a:p>
      </dgm:t>
    </dgm:pt>
    <dgm:pt modelId="{070CB049-7248-44DF-AECB-236D4716F0F4}" type="sibTrans" cxnId="{05F02ABE-2DD2-4403-B547-EF597B52755B}">
      <dgm:prSet/>
      <dgm:spPr/>
      <dgm:t>
        <a:bodyPr/>
        <a:lstStyle/>
        <a:p>
          <a:endParaRPr lang="en-US"/>
        </a:p>
      </dgm:t>
    </dgm:pt>
    <dgm:pt modelId="{A7815F5B-36C4-4788-A9BA-8FDCC0DA8254}">
      <dgm:prSet custT="1"/>
      <dgm:spPr>
        <a:solidFill>
          <a:schemeClr val="accent3"/>
        </a:solidFill>
      </dgm:spPr>
      <dgm:t>
        <a:bodyPr/>
        <a:lstStyle/>
        <a:p>
          <a:r>
            <a:rPr lang="fr-FR" sz="3600" dirty="0" err="1"/>
            <a:t>Implement</a:t>
          </a:r>
          <a:r>
            <a:rPr lang="fr-FR" sz="3600" dirty="0"/>
            <a:t> ML </a:t>
          </a:r>
          <a:r>
            <a:rPr lang="fr-FR" sz="3600" dirty="0" err="1"/>
            <a:t>models</a:t>
          </a:r>
          <a:r>
            <a:rPr lang="fr-FR" sz="3600" dirty="0"/>
            <a:t> for sentiment classification</a:t>
          </a:r>
          <a:endParaRPr lang="en-US" sz="3600" dirty="0"/>
        </a:p>
      </dgm:t>
    </dgm:pt>
    <dgm:pt modelId="{137056A6-9804-47E0-BF64-C4DEDA69B23D}" type="parTrans" cxnId="{381B86ED-F59F-49A1-BB8D-AB12129F8119}">
      <dgm:prSet/>
      <dgm:spPr/>
      <dgm:t>
        <a:bodyPr/>
        <a:lstStyle/>
        <a:p>
          <a:endParaRPr lang="en-US"/>
        </a:p>
      </dgm:t>
    </dgm:pt>
    <dgm:pt modelId="{BD0E9B87-3F97-4AB4-B984-209968F88AA4}" type="sibTrans" cxnId="{381B86ED-F59F-49A1-BB8D-AB12129F8119}">
      <dgm:prSet/>
      <dgm:spPr/>
      <dgm:t>
        <a:bodyPr/>
        <a:lstStyle/>
        <a:p>
          <a:endParaRPr lang="en-US"/>
        </a:p>
      </dgm:t>
    </dgm:pt>
    <dgm:pt modelId="{C6F7713A-12DD-4AA0-BC73-3DD43BA6FCD1}">
      <dgm:prSet custT="1"/>
      <dgm:spPr>
        <a:solidFill>
          <a:schemeClr val="accent3"/>
        </a:solidFill>
      </dgm:spPr>
      <dgm:t>
        <a:bodyPr/>
        <a:lstStyle/>
        <a:p>
          <a:r>
            <a:rPr lang="en-US" sz="3600" b="1"/>
            <a:t>Features</a:t>
          </a:r>
          <a:r>
            <a:rPr lang="en-US" sz="3600"/>
            <a:t>: Focuses on text, ratings, and aspects</a:t>
          </a:r>
          <a:endParaRPr lang="en-US" sz="3600" dirty="0"/>
        </a:p>
      </dgm:t>
    </dgm:pt>
    <dgm:pt modelId="{B38AD8FC-28BA-4384-937D-79262E6F0F89}" type="parTrans" cxnId="{04EBB8FB-06F5-41AE-A8CC-59597B8A8B65}">
      <dgm:prSet/>
      <dgm:spPr/>
      <dgm:t>
        <a:bodyPr/>
        <a:lstStyle/>
        <a:p>
          <a:endParaRPr lang="en-US"/>
        </a:p>
      </dgm:t>
    </dgm:pt>
    <dgm:pt modelId="{7A363B0E-B175-47C8-9ED5-5D1574B2BCE0}" type="sibTrans" cxnId="{04EBB8FB-06F5-41AE-A8CC-59597B8A8B65}">
      <dgm:prSet/>
      <dgm:spPr/>
      <dgm:t>
        <a:bodyPr/>
        <a:lstStyle/>
        <a:p>
          <a:endParaRPr lang="en-US"/>
        </a:p>
      </dgm:t>
    </dgm:pt>
    <dgm:pt modelId="{6620B4C3-7C4F-469E-87DB-0EE088CDC752}">
      <dgm:prSet custT="1"/>
      <dgm:spPr>
        <a:solidFill>
          <a:schemeClr val="accent3"/>
        </a:solidFill>
      </dgm:spPr>
      <dgm:t>
        <a:bodyPr/>
        <a:lstStyle/>
        <a:p>
          <a:r>
            <a:rPr lang="en-US" sz="3600" b="1" i="0" baseline="0" dirty="0"/>
            <a:t>Outcome</a:t>
          </a:r>
          <a:r>
            <a:rPr lang="en-US" sz="3600" b="0" i="0" baseline="0" dirty="0"/>
            <a:t>: Enhance patient and provider insights</a:t>
          </a:r>
          <a:endParaRPr lang="en-US" sz="3600" dirty="0"/>
        </a:p>
      </dgm:t>
    </dgm:pt>
    <dgm:pt modelId="{9F09D474-C47C-4EEC-9D4B-577F388A2B00}" type="parTrans" cxnId="{7341D28D-8580-4E25-80F1-74E7AC3DA0ED}">
      <dgm:prSet/>
      <dgm:spPr/>
      <dgm:t>
        <a:bodyPr/>
        <a:lstStyle/>
        <a:p>
          <a:endParaRPr lang="en-US"/>
        </a:p>
      </dgm:t>
    </dgm:pt>
    <dgm:pt modelId="{9F90963E-62BA-4CCB-AF4C-A2A5819FA140}" type="sibTrans" cxnId="{7341D28D-8580-4E25-80F1-74E7AC3DA0ED}">
      <dgm:prSet/>
      <dgm:spPr/>
      <dgm:t>
        <a:bodyPr/>
        <a:lstStyle/>
        <a:p>
          <a:endParaRPr lang="en-US"/>
        </a:p>
      </dgm:t>
    </dgm:pt>
    <dgm:pt modelId="{42CB5FE1-2024-4CC3-84A6-0D9027DB9E2A}" type="pres">
      <dgm:prSet presAssocID="{31F23DDA-2F6E-4FD4-A32E-306F55BC0F6E}" presName="diagram" presStyleCnt="0">
        <dgm:presLayoutVars>
          <dgm:dir/>
          <dgm:resizeHandles val="exact"/>
        </dgm:presLayoutVars>
      </dgm:prSet>
      <dgm:spPr/>
    </dgm:pt>
    <dgm:pt modelId="{89C22ECF-4928-46A4-B9A8-C4C29D3461F8}" type="pres">
      <dgm:prSet presAssocID="{C6575C62-4CED-430B-B390-3E58ADE9238F}" presName="node" presStyleLbl="node1" presStyleIdx="0" presStyleCnt="5">
        <dgm:presLayoutVars>
          <dgm:bulletEnabled val="1"/>
        </dgm:presLayoutVars>
      </dgm:prSet>
      <dgm:spPr/>
    </dgm:pt>
    <dgm:pt modelId="{56FFE51D-ED38-450D-A0DC-5256469EE214}" type="pres">
      <dgm:prSet presAssocID="{52D0B87D-10FE-42EC-83F3-E81E7131BD12}" presName="sibTrans" presStyleCnt="0"/>
      <dgm:spPr/>
    </dgm:pt>
    <dgm:pt modelId="{77AB254F-11A8-4F62-8689-D8C3BA5FCE5D}" type="pres">
      <dgm:prSet presAssocID="{96B634A4-D4BA-4E11-BBCF-5AE1A5A36DF7}" presName="node" presStyleLbl="node1" presStyleIdx="1" presStyleCnt="5">
        <dgm:presLayoutVars>
          <dgm:bulletEnabled val="1"/>
        </dgm:presLayoutVars>
      </dgm:prSet>
      <dgm:spPr/>
    </dgm:pt>
    <dgm:pt modelId="{C147E585-A745-4737-BD8B-D4E981E17DEE}" type="pres">
      <dgm:prSet presAssocID="{070CB049-7248-44DF-AECB-236D4716F0F4}" presName="sibTrans" presStyleCnt="0"/>
      <dgm:spPr/>
    </dgm:pt>
    <dgm:pt modelId="{1F289503-836B-46F3-87CC-A6B219F8169E}" type="pres">
      <dgm:prSet presAssocID="{A7815F5B-36C4-4788-A9BA-8FDCC0DA8254}" presName="node" presStyleLbl="node1" presStyleIdx="2" presStyleCnt="5">
        <dgm:presLayoutVars>
          <dgm:bulletEnabled val="1"/>
        </dgm:presLayoutVars>
      </dgm:prSet>
      <dgm:spPr/>
    </dgm:pt>
    <dgm:pt modelId="{3C6FF161-8983-4E19-B563-84A55F10707F}" type="pres">
      <dgm:prSet presAssocID="{BD0E9B87-3F97-4AB4-B984-209968F88AA4}" presName="sibTrans" presStyleCnt="0"/>
      <dgm:spPr/>
    </dgm:pt>
    <dgm:pt modelId="{ADE75E26-EB4E-49BE-B508-4D51DA931BC2}" type="pres">
      <dgm:prSet presAssocID="{C6F7713A-12DD-4AA0-BC73-3DD43BA6FCD1}" presName="node" presStyleLbl="node1" presStyleIdx="3" presStyleCnt="5">
        <dgm:presLayoutVars>
          <dgm:bulletEnabled val="1"/>
        </dgm:presLayoutVars>
      </dgm:prSet>
      <dgm:spPr/>
    </dgm:pt>
    <dgm:pt modelId="{8DA49535-B0E2-4D38-95F5-E684097BA593}" type="pres">
      <dgm:prSet presAssocID="{7A363B0E-B175-47C8-9ED5-5D1574B2BCE0}" presName="sibTrans" presStyleCnt="0"/>
      <dgm:spPr/>
    </dgm:pt>
    <dgm:pt modelId="{6A32B442-A8F8-4DCD-AE35-1A93D2A757E3}" type="pres">
      <dgm:prSet presAssocID="{6620B4C3-7C4F-469E-87DB-0EE088CDC752}" presName="node" presStyleLbl="node1" presStyleIdx="4" presStyleCnt="5">
        <dgm:presLayoutVars>
          <dgm:bulletEnabled val="1"/>
        </dgm:presLayoutVars>
      </dgm:prSet>
      <dgm:spPr/>
    </dgm:pt>
  </dgm:ptLst>
  <dgm:cxnLst>
    <dgm:cxn modelId="{76DDE127-F90E-4551-AE70-FB5B437F15A6}" type="presOf" srcId="{C6575C62-4CED-430B-B390-3E58ADE9238F}" destId="{89C22ECF-4928-46A4-B9A8-C4C29D3461F8}" srcOrd="0" destOrd="0" presId="urn:microsoft.com/office/officeart/2005/8/layout/default"/>
    <dgm:cxn modelId="{B9353033-6D50-4CD0-AC9E-EF34F66C5B56}" type="presOf" srcId="{6620B4C3-7C4F-469E-87DB-0EE088CDC752}" destId="{6A32B442-A8F8-4DCD-AE35-1A93D2A757E3}" srcOrd="0" destOrd="0" presId="urn:microsoft.com/office/officeart/2005/8/layout/default"/>
    <dgm:cxn modelId="{53631562-E058-4166-B492-9471B4068E34}" type="presOf" srcId="{96B634A4-D4BA-4E11-BBCF-5AE1A5A36DF7}" destId="{77AB254F-11A8-4F62-8689-D8C3BA5FCE5D}" srcOrd="0" destOrd="0" presId="urn:microsoft.com/office/officeart/2005/8/layout/default"/>
    <dgm:cxn modelId="{7C433E6D-568E-4F4C-A8D9-3E86B3C95BCC}" type="presOf" srcId="{A7815F5B-36C4-4788-A9BA-8FDCC0DA8254}" destId="{1F289503-836B-46F3-87CC-A6B219F8169E}" srcOrd="0" destOrd="0" presId="urn:microsoft.com/office/officeart/2005/8/layout/default"/>
    <dgm:cxn modelId="{7341D28D-8580-4E25-80F1-74E7AC3DA0ED}" srcId="{31F23DDA-2F6E-4FD4-A32E-306F55BC0F6E}" destId="{6620B4C3-7C4F-469E-87DB-0EE088CDC752}" srcOrd="4" destOrd="0" parTransId="{9F09D474-C47C-4EEC-9D4B-577F388A2B00}" sibTransId="{9F90963E-62BA-4CCB-AF4C-A2A5819FA140}"/>
    <dgm:cxn modelId="{97AB1B9A-6F59-408E-9FC9-C3DC27424A86}" srcId="{31F23DDA-2F6E-4FD4-A32E-306F55BC0F6E}" destId="{C6575C62-4CED-430B-B390-3E58ADE9238F}" srcOrd="0" destOrd="0" parTransId="{0CB08F98-2184-4604-9D1F-57C949E5106F}" sibTransId="{52D0B87D-10FE-42EC-83F3-E81E7131BD12}"/>
    <dgm:cxn modelId="{05F02ABE-2DD2-4403-B547-EF597B52755B}" srcId="{31F23DDA-2F6E-4FD4-A32E-306F55BC0F6E}" destId="{96B634A4-D4BA-4E11-BBCF-5AE1A5A36DF7}" srcOrd="1" destOrd="0" parTransId="{6A80F725-45BE-4A4E-830B-0F9B42116447}" sibTransId="{070CB049-7248-44DF-AECB-236D4716F0F4}"/>
    <dgm:cxn modelId="{8B68B1CC-5794-4F12-9B09-A1195EDC864E}" type="presOf" srcId="{31F23DDA-2F6E-4FD4-A32E-306F55BC0F6E}" destId="{42CB5FE1-2024-4CC3-84A6-0D9027DB9E2A}" srcOrd="0" destOrd="0" presId="urn:microsoft.com/office/officeart/2005/8/layout/default"/>
    <dgm:cxn modelId="{381B86ED-F59F-49A1-BB8D-AB12129F8119}" srcId="{31F23DDA-2F6E-4FD4-A32E-306F55BC0F6E}" destId="{A7815F5B-36C4-4788-A9BA-8FDCC0DA8254}" srcOrd="2" destOrd="0" parTransId="{137056A6-9804-47E0-BF64-C4DEDA69B23D}" sibTransId="{BD0E9B87-3F97-4AB4-B984-209968F88AA4}"/>
    <dgm:cxn modelId="{6B8D8FFA-8D48-47E6-BE64-26E40063F8DA}" type="presOf" srcId="{C6F7713A-12DD-4AA0-BC73-3DD43BA6FCD1}" destId="{ADE75E26-EB4E-49BE-B508-4D51DA931BC2}" srcOrd="0" destOrd="0" presId="urn:microsoft.com/office/officeart/2005/8/layout/default"/>
    <dgm:cxn modelId="{04EBB8FB-06F5-41AE-A8CC-59597B8A8B65}" srcId="{31F23DDA-2F6E-4FD4-A32E-306F55BC0F6E}" destId="{C6F7713A-12DD-4AA0-BC73-3DD43BA6FCD1}" srcOrd="3" destOrd="0" parTransId="{B38AD8FC-28BA-4384-937D-79262E6F0F89}" sibTransId="{7A363B0E-B175-47C8-9ED5-5D1574B2BCE0}"/>
    <dgm:cxn modelId="{2E4405F3-69D0-4D11-86CB-6FF64A1F91CF}" type="presParOf" srcId="{42CB5FE1-2024-4CC3-84A6-0D9027DB9E2A}" destId="{89C22ECF-4928-46A4-B9A8-C4C29D3461F8}" srcOrd="0" destOrd="0" presId="urn:microsoft.com/office/officeart/2005/8/layout/default"/>
    <dgm:cxn modelId="{9D136054-2466-438E-ABE2-2273C8ECFA2C}" type="presParOf" srcId="{42CB5FE1-2024-4CC3-84A6-0D9027DB9E2A}" destId="{56FFE51D-ED38-450D-A0DC-5256469EE214}" srcOrd="1" destOrd="0" presId="urn:microsoft.com/office/officeart/2005/8/layout/default"/>
    <dgm:cxn modelId="{58CD4F16-0C45-40D4-9319-036D676BDF9F}" type="presParOf" srcId="{42CB5FE1-2024-4CC3-84A6-0D9027DB9E2A}" destId="{77AB254F-11A8-4F62-8689-D8C3BA5FCE5D}" srcOrd="2" destOrd="0" presId="urn:microsoft.com/office/officeart/2005/8/layout/default"/>
    <dgm:cxn modelId="{C5CE6AB1-D19F-45CB-B75C-C64770690228}" type="presParOf" srcId="{42CB5FE1-2024-4CC3-84A6-0D9027DB9E2A}" destId="{C147E585-A745-4737-BD8B-D4E981E17DEE}" srcOrd="3" destOrd="0" presId="urn:microsoft.com/office/officeart/2005/8/layout/default"/>
    <dgm:cxn modelId="{85B51CF8-448E-4C10-9DAF-315B27BB3289}" type="presParOf" srcId="{42CB5FE1-2024-4CC3-84A6-0D9027DB9E2A}" destId="{1F289503-836B-46F3-87CC-A6B219F8169E}" srcOrd="4" destOrd="0" presId="urn:microsoft.com/office/officeart/2005/8/layout/default"/>
    <dgm:cxn modelId="{F0394375-6C1D-44A8-A8C9-A971603B1E1D}" type="presParOf" srcId="{42CB5FE1-2024-4CC3-84A6-0D9027DB9E2A}" destId="{3C6FF161-8983-4E19-B563-84A55F10707F}" srcOrd="5" destOrd="0" presId="urn:microsoft.com/office/officeart/2005/8/layout/default"/>
    <dgm:cxn modelId="{AB980283-4CC6-464E-B0E9-EB82843B3508}" type="presParOf" srcId="{42CB5FE1-2024-4CC3-84A6-0D9027DB9E2A}" destId="{ADE75E26-EB4E-49BE-B508-4D51DA931BC2}" srcOrd="6" destOrd="0" presId="urn:microsoft.com/office/officeart/2005/8/layout/default"/>
    <dgm:cxn modelId="{FDE99A31-35F7-4CDB-BDCB-9D1DA48DA01F}" type="presParOf" srcId="{42CB5FE1-2024-4CC3-84A6-0D9027DB9E2A}" destId="{8DA49535-B0E2-4D38-95F5-E684097BA593}" srcOrd="7" destOrd="0" presId="urn:microsoft.com/office/officeart/2005/8/layout/default"/>
    <dgm:cxn modelId="{1A8F5CFB-4AAE-4A5B-B0D1-829101B42A3A}" type="presParOf" srcId="{42CB5FE1-2024-4CC3-84A6-0D9027DB9E2A}" destId="{6A32B442-A8F8-4DCD-AE35-1A93D2A757E3}"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61814F4-20E2-47FD-946A-CFA5464350BB}" type="doc">
      <dgm:prSet loTypeId="urn:microsoft.com/office/officeart/2005/8/layout/default" loCatId="list" qsTypeId="urn:microsoft.com/office/officeart/2005/8/quickstyle/simple4" qsCatId="simple" csTypeId="urn:microsoft.com/office/officeart/2005/8/colors/accent2_2" csCatId="accent2" phldr="1"/>
      <dgm:spPr/>
      <dgm:t>
        <a:bodyPr/>
        <a:lstStyle/>
        <a:p>
          <a:endParaRPr lang="en-US"/>
        </a:p>
      </dgm:t>
    </dgm:pt>
    <dgm:pt modelId="{6F65DBFA-F847-4148-8C28-351D077CF18D}">
      <dgm:prSet custT="1"/>
      <dgm:spPr>
        <a:solidFill>
          <a:schemeClr val="accent3"/>
        </a:solidFill>
      </dgm:spPr>
      <dgm:t>
        <a:bodyPr/>
        <a:lstStyle/>
        <a:p>
          <a:r>
            <a:rPr lang="en-US" sz="2300" b="1" dirty="0"/>
            <a:t>Size</a:t>
          </a:r>
          <a:r>
            <a:rPr lang="en-US" sz="2300" dirty="0"/>
            <a:t>: ~161,297 drug reviews</a:t>
          </a:r>
        </a:p>
      </dgm:t>
    </dgm:pt>
    <dgm:pt modelId="{F18D9CDE-2CE3-4981-83D1-DC8AE4829636}" type="parTrans" cxnId="{13A447B7-B579-46A5-BA3B-A63CE391EE57}">
      <dgm:prSet/>
      <dgm:spPr/>
      <dgm:t>
        <a:bodyPr/>
        <a:lstStyle/>
        <a:p>
          <a:endParaRPr lang="en-US"/>
        </a:p>
      </dgm:t>
    </dgm:pt>
    <dgm:pt modelId="{609BCB53-E0E7-4FE1-8191-A43D36CCCCE4}" type="sibTrans" cxnId="{13A447B7-B579-46A5-BA3B-A63CE391EE57}">
      <dgm:prSet/>
      <dgm:spPr/>
      <dgm:t>
        <a:bodyPr/>
        <a:lstStyle/>
        <a:p>
          <a:endParaRPr lang="en-US"/>
        </a:p>
      </dgm:t>
    </dgm:pt>
    <dgm:pt modelId="{543003EB-9496-4666-8DE2-E89C389E1DDD}">
      <dgm:prSet custT="1"/>
      <dgm:spPr>
        <a:solidFill>
          <a:schemeClr val="accent3"/>
        </a:solidFill>
      </dgm:spPr>
      <dgm:t>
        <a:bodyPr/>
        <a:lstStyle/>
        <a:p>
          <a:r>
            <a:rPr lang="en-US" sz="2300" b="1" dirty="0"/>
            <a:t>Source</a:t>
          </a:r>
          <a:r>
            <a:rPr lang="en-US" sz="2300" dirty="0"/>
            <a:t>: </a:t>
          </a:r>
          <a:r>
            <a:rPr lang="en-US" sz="2300" i="1" dirty="0"/>
            <a:t>[11]</a:t>
          </a:r>
        </a:p>
      </dgm:t>
    </dgm:pt>
    <dgm:pt modelId="{3440F54A-314C-4252-BDC9-ED65D4D74A9E}" type="parTrans" cxnId="{59F9AF7C-7BEC-4CC2-994E-3CD020CCA919}">
      <dgm:prSet/>
      <dgm:spPr/>
      <dgm:t>
        <a:bodyPr/>
        <a:lstStyle/>
        <a:p>
          <a:endParaRPr lang="en-US"/>
        </a:p>
      </dgm:t>
    </dgm:pt>
    <dgm:pt modelId="{0419D46A-93FD-45E4-A06D-FDC4B34B7FA3}" type="sibTrans" cxnId="{59F9AF7C-7BEC-4CC2-994E-3CD020CCA919}">
      <dgm:prSet/>
      <dgm:spPr/>
      <dgm:t>
        <a:bodyPr/>
        <a:lstStyle/>
        <a:p>
          <a:endParaRPr lang="en-US"/>
        </a:p>
      </dgm:t>
    </dgm:pt>
    <dgm:pt modelId="{5EE1169B-0C98-4FA8-8B7C-3DD242C9DA7A}">
      <dgm:prSet custT="1"/>
      <dgm:spPr>
        <a:solidFill>
          <a:schemeClr val="accent3"/>
        </a:solidFill>
      </dgm:spPr>
      <dgm:t>
        <a:bodyPr/>
        <a:lstStyle/>
        <a:p>
          <a:r>
            <a:rPr lang="en-US" sz="2300" b="1" dirty="0"/>
            <a:t>Samples</a:t>
          </a:r>
          <a:r>
            <a:rPr lang="en-US" sz="2300" dirty="0"/>
            <a:t>: ~81,555 initial(aspect </a:t>
          </a:r>
        </a:p>
        <a:p>
          <a:r>
            <a:rPr lang="en-US" sz="2300" dirty="0"/>
            <a:t>pairs), balanced to 50,000 </a:t>
          </a:r>
        </a:p>
        <a:p>
          <a:r>
            <a:rPr lang="en-US" sz="2300" dirty="0"/>
            <a:t>(10,000/label)</a:t>
          </a:r>
        </a:p>
      </dgm:t>
    </dgm:pt>
    <dgm:pt modelId="{D5C3843D-8134-4294-AC79-D7C9AE64F6A7}" type="parTrans" cxnId="{67225D23-C4A1-4453-8B9C-BCBFACFEE4DE}">
      <dgm:prSet/>
      <dgm:spPr/>
      <dgm:t>
        <a:bodyPr/>
        <a:lstStyle/>
        <a:p>
          <a:endParaRPr lang="en-US"/>
        </a:p>
      </dgm:t>
    </dgm:pt>
    <dgm:pt modelId="{F0614630-D24C-423C-AD57-79FFF3F42221}" type="sibTrans" cxnId="{67225D23-C4A1-4453-8B9C-BCBFACFEE4DE}">
      <dgm:prSet/>
      <dgm:spPr/>
      <dgm:t>
        <a:bodyPr/>
        <a:lstStyle/>
        <a:p>
          <a:endParaRPr lang="en-US"/>
        </a:p>
      </dgm:t>
    </dgm:pt>
    <dgm:pt modelId="{6C6015B2-9948-4E8B-A071-435DB800BE4E}">
      <dgm:prSet custT="1"/>
      <dgm:spPr>
        <a:solidFill>
          <a:schemeClr val="accent3"/>
        </a:solidFill>
      </dgm:spPr>
      <dgm:t>
        <a:bodyPr/>
        <a:lstStyle/>
        <a:p>
          <a:r>
            <a:rPr lang="en-US" sz="2300" b="1" dirty="0" err="1"/>
            <a:t>Features</a:t>
          </a:r>
          <a:r>
            <a:rPr lang="en-US" sz="2300" dirty="0" err="1"/>
            <a:t>:uniqueID,drugName</a:t>
          </a:r>
          <a:r>
            <a:rPr lang="en-US" sz="2300" dirty="0"/>
            <a:t>,</a:t>
          </a:r>
        </a:p>
        <a:p>
          <a:r>
            <a:rPr lang="en-US" sz="2300" dirty="0" err="1"/>
            <a:t>condition,review,rating,date</a:t>
          </a:r>
          <a:r>
            <a:rPr lang="en-US" sz="2300" dirty="0"/>
            <a:t>,</a:t>
          </a:r>
        </a:p>
        <a:p>
          <a:r>
            <a:rPr lang="en-US" sz="2300" dirty="0" err="1"/>
            <a:t>usefulCount</a:t>
          </a:r>
          <a:endParaRPr lang="en-US" sz="2300" dirty="0"/>
        </a:p>
      </dgm:t>
    </dgm:pt>
    <dgm:pt modelId="{BE8847D1-3080-42DF-A533-948C442AEFDE}" type="parTrans" cxnId="{34B1A7BC-100A-40CE-B2ED-EE9A492BE103}">
      <dgm:prSet/>
      <dgm:spPr/>
      <dgm:t>
        <a:bodyPr/>
        <a:lstStyle/>
        <a:p>
          <a:endParaRPr lang="en-US"/>
        </a:p>
      </dgm:t>
    </dgm:pt>
    <dgm:pt modelId="{6610E7DA-4162-464C-ACF8-02BA1432C4FF}" type="sibTrans" cxnId="{34B1A7BC-100A-40CE-B2ED-EE9A492BE103}">
      <dgm:prSet/>
      <dgm:spPr/>
      <dgm:t>
        <a:bodyPr/>
        <a:lstStyle/>
        <a:p>
          <a:endParaRPr lang="en-US"/>
        </a:p>
      </dgm:t>
    </dgm:pt>
    <dgm:pt modelId="{582FEB14-8D39-4E03-914F-345040541A1F}">
      <dgm:prSet custT="1"/>
      <dgm:spPr>
        <a:solidFill>
          <a:schemeClr val="accent3"/>
        </a:solidFill>
      </dgm:spPr>
      <dgm:t>
        <a:bodyPr/>
        <a:lstStyle/>
        <a:p>
          <a:r>
            <a:rPr lang="en-US" sz="2300" b="1" dirty="0"/>
            <a:t>Purpose</a:t>
          </a:r>
          <a:r>
            <a:rPr lang="en-US" sz="2300" dirty="0"/>
            <a:t>: Enables aspect-</a:t>
          </a:r>
        </a:p>
        <a:p>
          <a:r>
            <a:rPr lang="en-US" sz="2300" dirty="0"/>
            <a:t>specific sentiment analysis</a:t>
          </a:r>
        </a:p>
      </dgm:t>
    </dgm:pt>
    <dgm:pt modelId="{6A3C81CF-CE35-43E2-BA19-93BF00448234}" type="parTrans" cxnId="{04A10F7F-E9BD-43E2-9FCB-60CC2BFD1D66}">
      <dgm:prSet/>
      <dgm:spPr/>
      <dgm:t>
        <a:bodyPr/>
        <a:lstStyle/>
        <a:p>
          <a:endParaRPr lang="en-US"/>
        </a:p>
      </dgm:t>
    </dgm:pt>
    <dgm:pt modelId="{8035954A-6BCF-4E89-A965-2B971D544D3C}" type="sibTrans" cxnId="{04A10F7F-E9BD-43E2-9FCB-60CC2BFD1D66}">
      <dgm:prSet/>
      <dgm:spPr/>
      <dgm:t>
        <a:bodyPr/>
        <a:lstStyle/>
        <a:p>
          <a:endParaRPr lang="en-US"/>
        </a:p>
      </dgm:t>
    </dgm:pt>
    <dgm:pt modelId="{F65E53FE-A165-4530-BCCF-C3CB231B400D}" type="pres">
      <dgm:prSet presAssocID="{361814F4-20E2-47FD-946A-CFA5464350BB}" presName="diagram" presStyleCnt="0">
        <dgm:presLayoutVars>
          <dgm:dir/>
          <dgm:resizeHandles val="exact"/>
        </dgm:presLayoutVars>
      </dgm:prSet>
      <dgm:spPr/>
    </dgm:pt>
    <dgm:pt modelId="{F3692883-468B-478F-9294-1A793605819C}" type="pres">
      <dgm:prSet presAssocID="{6F65DBFA-F847-4148-8C28-351D077CF18D}" presName="node" presStyleLbl="node1" presStyleIdx="0" presStyleCnt="5">
        <dgm:presLayoutVars>
          <dgm:bulletEnabled val="1"/>
        </dgm:presLayoutVars>
      </dgm:prSet>
      <dgm:spPr/>
    </dgm:pt>
    <dgm:pt modelId="{D4A5BB54-AF98-4D6F-AC16-582AE1EA6D3D}" type="pres">
      <dgm:prSet presAssocID="{609BCB53-E0E7-4FE1-8191-A43D36CCCCE4}" presName="sibTrans" presStyleCnt="0"/>
      <dgm:spPr/>
    </dgm:pt>
    <dgm:pt modelId="{17C31A0E-B11F-4C5A-8DF7-CD7A2D3AA0B2}" type="pres">
      <dgm:prSet presAssocID="{543003EB-9496-4666-8DE2-E89C389E1DDD}" presName="node" presStyleLbl="node1" presStyleIdx="1" presStyleCnt="5">
        <dgm:presLayoutVars>
          <dgm:bulletEnabled val="1"/>
        </dgm:presLayoutVars>
      </dgm:prSet>
      <dgm:spPr/>
    </dgm:pt>
    <dgm:pt modelId="{04EB524D-F637-4964-91D9-7418CABCC422}" type="pres">
      <dgm:prSet presAssocID="{0419D46A-93FD-45E4-A06D-FDC4B34B7FA3}" presName="sibTrans" presStyleCnt="0"/>
      <dgm:spPr/>
    </dgm:pt>
    <dgm:pt modelId="{F3FEC501-FE9B-4A53-9AB1-910E08E9C8E6}" type="pres">
      <dgm:prSet presAssocID="{5EE1169B-0C98-4FA8-8B7C-3DD242C9DA7A}" presName="node" presStyleLbl="node1" presStyleIdx="2" presStyleCnt="5">
        <dgm:presLayoutVars>
          <dgm:bulletEnabled val="1"/>
        </dgm:presLayoutVars>
      </dgm:prSet>
      <dgm:spPr/>
    </dgm:pt>
    <dgm:pt modelId="{213A4AE4-6986-4CC4-AA66-2AF733172368}" type="pres">
      <dgm:prSet presAssocID="{F0614630-D24C-423C-AD57-79FFF3F42221}" presName="sibTrans" presStyleCnt="0"/>
      <dgm:spPr/>
    </dgm:pt>
    <dgm:pt modelId="{BF936C52-EBA5-4213-894A-7E4F99131387}" type="pres">
      <dgm:prSet presAssocID="{6C6015B2-9948-4E8B-A071-435DB800BE4E}" presName="node" presStyleLbl="node1" presStyleIdx="3" presStyleCnt="5">
        <dgm:presLayoutVars>
          <dgm:bulletEnabled val="1"/>
        </dgm:presLayoutVars>
      </dgm:prSet>
      <dgm:spPr/>
    </dgm:pt>
    <dgm:pt modelId="{AEC98AFB-2414-404C-BAD2-A1A1074E9AF8}" type="pres">
      <dgm:prSet presAssocID="{6610E7DA-4162-464C-ACF8-02BA1432C4FF}" presName="sibTrans" presStyleCnt="0"/>
      <dgm:spPr/>
    </dgm:pt>
    <dgm:pt modelId="{705F2704-C19A-4F18-B35E-BDAAFD8B71D2}" type="pres">
      <dgm:prSet presAssocID="{582FEB14-8D39-4E03-914F-345040541A1F}" presName="node" presStyleLbl="node1" presStyleIdx="4" presStyleCnt="5">
        <dgm:presLayoutVars>
          <dgm:bulletEnabled val="1"/>
        </dgm:presLayoutVars>
      </dgm:prSet>
      <dgm:spPr/>
    </dgm:pt>
  </dgm:ptLst>
  <dgm:cxnLst>
    <dgm:cxn modelId="{67225D23-C4A1-4453-8B9C-BCBFACFEE4DE}" srcId="{361814F4-20E2-47FD-946A-CFA5464350BB}" destId="{5EE1169B-0C98-4FA8-8B7C-3DD242C9DA7A}" srcOrd="2" destOrd="0" parTransId="{D5C3843D-8134-4294-AC79-D7C9AE64F6A7}" sibTransId="{F0614630-D24C-423C-AD57-79FFF3F42221}"/>
    <dgm:cxn modelId="{2998E728-5826-4B5A-A0C7-157079BBA601}" type="presOf" srcId="{543003EB-9496-4666-8DE2-E89C389E1DDD}" destId="{17C31A0E-B11F-4C5A-8DF7-CD7A2D3AA0B2}" srcOrd="0" destOrd="0" presId="urn:microsoft.com/office/officeart/2005/8/layout/default"/>
    <dgm:cxn modelId="{5766A731-AFEC-49B1-8D4C-1FC7F8EB5828}" type="presOf" srcId="{6C6015B2-9948-4E8B-A071-435DB800BE4E}" destId="{BF936C52-EBA5-4213-894A-7E4F99131387}" srcOrd="0" destOrd="0" presId="urn:microsoft.com/office/officeart/2005/8/layout/default"/>
    <dgm:cxn modelId="{3F0ADB72-381D-42EB-902E-0E4F130A0952}" type="presOf" srcId="{361814F4-20E2-47FD-946A-CFA5464350BB}" destId="{F65E53FE-A165-4530-BCCF-C3CB231B400D}" srcOrd="0" destOrd="0" presId="urn:microsoft.com/office/officeart/2005/8/layout/default"/>
    <dgm:cxn modelId="{59F9AF7C-7BEC-4CC2-994E-3CD020CCA919}" srcId="{361814F4-20E2-47FD-946A-CFA5464350BB}" destId="{543003EB-9496-4666-8DE2-E89C389E1DDD}" srcOrd="1" destOrd="0" parTransId="{3440F54A-314C-4252-BDC9-ED65D4D74A9E}" sibTransId="{0419D46A-93FD-45E4-A06D-FDC4B34B7FA3}"/>
    <dgm:cxn modelId="{04A10F7F-E9BD-43E2-9FCB-60CC2BFD1D66}" srcId="{361814F4-20E2-47FD-946A-CFA5464350BB}" destId="{582FEB14-8D39-4E03-914F-345040541A1F}" srcOrd="4" destOrd="0" parTransId="{6A3C81CF-CE35-43E2-BA19-93BF00448234}" sibTransId="{8035954A-6BCF-4E89-A965-2B971D544D3C}"/>
    <dgm:cxn modelId="{13A447B7-B579-46A5-BA3B-A63CE391EE57}" srcId="{361814F4-20E2-47FD-946A-CFA5464350BB}" destId="{6F65DBFA-F847-4148-8C28-351D077CF18D}" srcOrd="0" destOrd="0" parTransId="{F18D9CDE-2CE3-4981-83D1-DC8AE4829636}" sibTransId="{609BCB53-E0E7-4FE1-8191-A43D36CCCCE4}"/>
    <dgm:cxn modelId="{34B1A7BC-100A-40CE-B2ED-EE9A492BE103}" srcId="{361814F4-20E2-47FD-946A-CFA5464350BB}" destId="{6C6015B2-9948-4E8B-A071-435DB800BE4E}" srcOrd="3" destOrd="0" parTransId="{BE8847D1-3080-42DF-A533-948C442AEFDE}" sibTransId="{6610E7DA-4162-464C-ACF8-02BA1432C4FF}"/>
    <dgm:cxn modelId="{21F139EA-A416-4322-9999-B253FB1B187C}" type="presOf" srcId="{5EE1169B-0C98-4FA8-8B7C-3DD242C9DA7A}" destId="{F3FEC501-FE9B-4A53-9AB1-910E08E9C8E6}" srcOrd="0" destOrd="0" presId="urn:microsoft.com/office/officeart/2005/8/layout/default"/>
    <dgm:cxn modelId="{EDFADFF1-B6C6-4B06-9493-084670FAAD85}" type="presOf" srcId="{6F65DBFA-F847-4148-8C28-351D077CF18D}" destId="{F3692883-468B-478F-9294-1A793605819C}" srcOrd="0" destOrd="0" presId="urn:microsoft.com/office/officeart/2005/8/layout/default"/>
    <dgm:cxn modelId="{4B1632FE-21CD-4D83-9390-ADEE245BBC58}" type="presOf" srcId="{582FEB14-8D39-4E03-914F-345040541A1F}" destId="{705F2704-C19A-4F18-B35E-BDAAFD8B71D2}" srcOrd="0" destOrd="0" presId="urn:microsoft.com/office/officeart/2005/8/layout/default"/>
    <dgm:cxn modelId="{1DF086D9-5E22-465A-962A-9E70CE033D54}" type="presParOf" srcId="{F65E53FE-A165-4530-BCCF-C3CB231B400D}" destId="{F3692883-468B-478F-9294-1A793605819C}" srcOrd="0" destOrd="0" presId="urn:microsoft.com/office/officeart/2005/8/layout/default"/>
    <dgm:cxn modelId="{B383C845-F9CE-458F-80BF-978125C9CA55}" type="presParOf" srcId="{F65E53FE-A165-4530-BCCF-C3CB231B400D}" destId="{D4A5BB54-AF98-4D6F-AC16-582AE1EA6D3D}" srcOrd="1" destOrd="0" presId="urn:microsoft.com/office/officeart/2005/8/layout/default"/>
    <dgm:cxn modelId="{B77A44CA-522D-4A74-88D8-C15CC5FBA3D0}" type="presParOf" srcId="{F65E53FE-A165-4530-BCCF-C3CB231B400D}" destId="{17C31A0E-B11F-4C5A-8DF7-CD7A2D3AA0B2}" srcOrd="2" destOrd="0" presId="urn:microsoft.com/office/officeart/2005/8/layout/default"/>
    <dgm:cxn modelId="{51B1D057-DD73-4E1B-9986-F2B89F231A98}" type="presParOf" srcId="{F65E53FE-A165-4530-BCCF-C3CB231B400D}" destId="{04EB524D-F637-4964-91D9-7418CABCC422}" srcOrd="3" destOrd="0" presId="urn:microsoft.com/office/officeart/2005/8/layout/default"/>
    <dgm:cxn modelId="{E54BD950-52AE-4813-9330-4AC7FF6E9A89}" type="presParOf" srcId="{F65E53FE-A165-4530-BCCF-C3CB231B400D}" destId="{F3FEC501-FE9B-4A53-9AB1-910E08E9C8E6}" srcOrd="4" destOrd="0" presId="urn:microsoft.com/office/officeart/2005/8/layout/default"/>
    <dgm:cxn modelId="{0092A178-5159-407A-8BD4-EB12890204FB}" type="presParOf" srcId="{F65E53FE-A165-4530-BCCF-C3CB231B400D}" destId="{213A4AE4-6986-4CC4-AA66-2AF733172368}" srcOrd="5" destOrd="0" presId="urn:microsoft.com/office/officeart/2005/8/layout/default"/>
    <dgm:cxn modelId="{D37486DE-6E24-4B28-8E97-538997513541}" type="presParOf" srcId="{F65E53FE-A165-4530-BCCF-C3CB231B400D}" destId="{BF936C52-EBA5-4213-894A-7E4F99131387}" srcOrd="6" destOrd="0" presId="urn:microsoft.com/office/officeart/2005/8/layout/default"/>
    <dgm:cxn modelId="{371CC933-9CAC-421C-8C6F-033B70056350}" type="presParOf" srcId="{F65E53FE-A165-4530-BCCF-C3CB231B400D}" destId="{AEC98AFB-2414-404C-BAD2-A1A1074E9AF8}" srcOrd="7" destOrd="0" presId="urn:microsoft.com/office/officeart/2005/8/layout/default"/>
    <dgm:cxn modelId="{DFE7117C-9A83-40E8-80AC-D94E55EDF004}" type="presParOf" srcId="{F65E53FE-A165-4530-BCCF-C3CB231B400D}" destId="{705F2704-C19A-4F18-B35E-BDAAFD8B71D2}"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C09EE5-1449-497E-908D-D3998BE75817}" type="doc">
      <dgm:prSet loTypeId="urn:microsoft.com/office/officeart/2005/8/layout/default" loCatId="list" qsTypeId="urn:microsoft.com/office/officeart/2005/8/quickstyle/simple4" qsCatId="simple" csTypeId="urn:microsoft.com/office/officeart/2005/8/colors/colorful2" csCatId="colorful" phldr="1"/>
      <dgm:spPr/>
      <dgm:t>
        <a:bodyPr/>
        <a:lstStyle/>
        <a:p>
          <a:endParaRPr lang="en-US"/>
        </a:p>
      </dgm:t>
    </dgm:pt>
    <dgm:pt modelId="{73B57FE7-D4E2-45BD-A05A-915320A5224E}">
      <dgm:prSet custT="1"/>
      <dgm:spPr>
        <a:solidFill>
          <a:schemeClr val="accent3"/>
        </a:solidFill>
      </dgm:spPr>
      <dgm:t>
        <a:bodyPr/>
        <a:lstStyle/>
        <a:p>
          <a:r>
            <a:rPr lang="en-US" sz="3600" b="1" dirty="0"/>
            <a:t>Initial Data</a:t>
          </a:r>
          <a:r>
            <a:rPr lang="en-US" sz="3600" dirty="0"/>
            <a:t>: Loaded ~161,297 drug reviews from CSV</a:t>
          </a:r>
        </a:p>
      </dgm:t>
    </dgm:pt>
    <dgm:pt modelId="{03EF4522-E034-4471-8050-A0DB72B7C0E3}" type="parTrans" cxnId="{A897ABE5-F4E1-4874-937B-1405C34479F4}">
      <dgm:prSet/>
      <dgm:spPr/>
      <dgm:t>
        <a:bodyPr/>
        <a:lstStyle/>
        <a:p>
          <a:endParaRPr lang="en-US"/>
        </a:p>
      </dgm:t>
    </dgm:pt>
    <dgm:pt modelId="{9AC36EA1-4DCE-4C7C-85E4-867E83FA5DF5}" type="sibTrans" cxnId="{A897ABE5-F4E1-4874-937B-1405C34479F4}">
      <dgm:prSet/>
      <dgm:spPr/>
      <dgm:t>
        <a:bodyPr/>
        <a:lstStyle/>
        <a:p>
          <a:endParaRPr lang="en-US"/>
        </a:p>
      </dgm:t>
    </dgm:pt>
    <dgm:pt modelId="{B2486BE1-5718-44DB-8794-0B14F2F66DE1}">
      <dgm:prSet custT="1"/>
      <dgm:spPr>
        <a:solidFill>
          <a:schemeClr val="accent3"/>
        </a:solidFill>
      </dgm:spPr>
      <dgm:t>
        <a:bodyPr/>
        <a:lstStyle/>
        <a:p>
          <a:r>
            <a:rPr lang="en-US" sz="3600" b="1" dirty="0"/>
            <a:t>Cleaning</a:t>
          </a:r>
          <a:r>
            <a:rPr lang="en-US" sz="3600" dirty="0"/>
            <a:t>: Lowercased text, removed URLs, handled nulls</a:t>
          </a:r>
        </a:p>
      </dgm:t>
    </dgm:pt>
    <dgm:pt modelId="{B4FE98F9-9C71-4063-A4B4-7FF37C082A8E}" type="parTrans" cxnId="{707E90D2-1ABC-4678-8AB2-970CE4FC52C3}">
      <dgm:prSet/>
      <dgm:spPr/>
      <dgm:t>
        <a:bodyPr/>
        <a:lstStyle/>
        <a:p>
          <a:endParaRPr lang="en-US"/>
        </a:p>
      </dgm:t>
    </dgm:pt>
    <dgm:pt modelId="{082F1384-11C1-47C0-8764-59331C6A4EF4}" type="sibTrans" cxnId="{707E90D2-1ABC-4678-8AB2-970CE4FC52C3}">
      <dgm:prSet/>
      <dgm:spPr/>
      <dgm:t>
        <a:bodyPr/>
        <a:lstStyle/>
        <a:p>
          <a:endParaRPr lang="en-US"/>
        </a:p>
      </dgm:t>
    </dgm:pt>
    <dgm:pt modelId="{EB2D9504-4D50-4FB6-B3B9-C6360D408918}">
      <dgm:prSet custT="1"/>
      <dgm:spPr>
        <a:solidFill>
          <a:schemeClr val="accent3"/>
        </a:solidFill>
      </dgm:spPr>
      <dgm:t>
        <a:bodyPr/>
        <a:lstStyle/>
        <a:p>
          <a:r>
            <a:rPr lang="en-US" sz="3600" b="1" dirty="0"/>
            <a:t>Preprocessing</a:t>
          </a:r>
          <a:r>
            <a:rPr lang="en-US" sz="3600" dirty="0"/>
            <a:t>: Extracted ~81,555 aspect-opinion pairs</a:t>
          </a:r>
        </a:p>
      </dgm:t>
    </dgm:pt>
    <dgm:pt modelId="{3F8BA4FF-C84B-4E64-8478-E865BDDF9310}" type="parTrans" cxnId="{D1C1850A-EE06-480D-AF09-63ACFCB5F6B8}">
      <dgm:prSet/>
      <dgm:spPr/>
      <dgm:t>
        <a:bodyPr/>
        <a:lstStyle/>
        <a:p>
          <a:endParaRPr lang="en-US"/>
        </a:p>
      </dgm:t>
    </dgm:pt>
    <dgm:pt modelId="{94EFF298-8F5A-450C-B28A-B6C768776B6E}" type="sibTrans" cxnId="{D1C1850A-EE06-480D-AF09-63ACFCB5F6B8}">
      <dgm:prSet/>
      <dgm:spPr/>
      <dgm:t>
        <a:bodyPr/>
        <a:lstStyle/>
        <a:p>
          <a:endParaRPr lang="en-US"/>
        </a:p>
      </dgm:t>
    </dgm:pt>
    <dgm:pt modelId="{5A644E19-4EC0-42B3-8796-F858C831DB1F}">
      <dgm:prSet custT="1"/>
      <dgm:spPr>
        <a:solidFill>
          <a:schemeClr val="accent3"/>
        </a:solidFill>
      </dgm:spPr>
      <dgm:t>
        <a:bodyPr/>
        <a:lstStyle/>
        <a:p>
          <a:r>
            <a:rPr lang="en-US" sz="3600" b="1" dirty="0"/>
            <a:t>Balancing</a:t>
          </a:r>
          <a:r>
            <a:rPr lang="en-US" sz="3600" dirty="0"/>
            <a:t>: Adjusted to 50,000 samples (10,000/label)</a:t>
          </a:r>
        </a:p>
      </dgm:t>
    </dgm:pt>
    <dgm:pt modelId="{36020FA2-4BBD-439E-BBC8-2775D68F6641}" type="parTrans" cxnId="{F9A01872-F0DB-4987-AD2D-CF94EDC8AEBD}">
      <dgm:prSet/>
      <dgm:spPr/>
      <dgm:t>
        <a:bodyPr/>
        <a:lstStyle/>
        <a:p>
          <a:endParaRPr lang="en-US"/>
        </a:p>
      </dgm:t>
    </dgm:pt>
    <dgm:pt modelId="{D1E80ABC-72A1-40BF-8A28-F70501E5A936}" type="sibTrans" cxnId="{F9A01872-F0DB-4987-AD2D-CF94EDC8AEBD}">
      <dgm:prSet/>
      <dgm:spPr/>
      <dgm:t>
        <a:bodyPr/>
        <a:lstStyle/>
        <a:p>
          <a:endParaRPr lang="en-US"/>
        </a:p>
      </dgm:t>
    </dgm:pt>
    <dgm:pt modelId="{F5B49EDE-88D2-4E09-B462-D88C8A9E9106}">
      <dgm:prSet custT="1"/>
      <dgm:spPr>
        <a:solidFill>
          <a:schemeClr val="accent3"/>
        </a:solidFill>
      </dgm:spPr>
      <dgm:t>
        <a:bodyPr/>
        <a:lstStyle/>
        <a:p>
          <a:r>
            <a:rPr lang="en-US" sz="3600" b="1" dirty="0"/>
            <a:t>Impact</a:t>
          </a:r>
          <a:r>
            <a:rPr lang="en-US" sz="3600" dirty="0"/>
            <a:t>: Enabled 94.33% BERT accuracy</a:t>
          </a:r>
        </a:p>
      </dgm:t>
    </dgm:pt>
    <dgm:pt modelId="{7FECC87B-F050-47B4-825B-EFA616ACE383}" type="parTrans" cxnId="{B0ACC635-5B29-4955-8A60-F24041E670DC}">
      <dgm:prSet/>
      <dgm:spPr/>
      <dgm:t>
        <a:bodyPr/>
        <a:lstStyle/>
        <a:p>
          <a:endParaRPr lang="en-US"/>
        </a:p>
      </dgm:t>
    </dgm:pt>
    <dgm:pt modelId="{C723F6C8-51DD-4E59-904A-A211C96B56D9}" type="sibTrans" cxnId="{B0ACC635-5B29-4955-8A60-F24041E670DC}">
      <dgm:prSet/>
      <dgm:spPr/>
      <dgm:t>
        <a:bodyPr/>
        <a:lstStyle/>
        <a:p>
          <a:endParaRPr lang="en-US"/>
        </a:p>
      </dgm:t>
    </dgm:pt>
    <dgm:pt modelId="{34FF8F2B-D2A4-43F7-BE00-0D08FD76FFA4}" type="pres">
      <dgm:prSet presAssocID="{16C09EE5-1449-497E-908D-D3998BE75817}" presName="diagram" presStyleCnt="0">
        <dgm:presLayoutVars>
          <dgm:dir/>
          <dgm:resizeHandles val="exact"/>
        </dgm:presLayoutVars>
      </dgm:prSet>
      <dgm:spPr/>
    </dgm:pt>
    <dgm:pt modelId="{98A07FC4-B66D-4EBF-ADA9-B183575768C6}" type="pres">
      <dgm:prSet presAssocID="{73B57FE7-D4E2-45BD-A05A-915320A5224E}" presName="node" presStyleLbl="node1" presStyleIdx="0" presStyleCnt="5">
        <dgm:presLayoutVars>
          <dgm:bulletEnabled val="1"/>
        </dgm:presLayoutVars>
      </dgm:prSet>
      <dgm:spPr/>
    </dgm:pt>
    <dgm:pt modelId="{5A5B7B97-F326-4392-86CE-049BF206ABE4}" type="pres">
      <dgm:prSet presAssocID="{9AC36EA1-4DCE-4C7C-85E4-867E83FA5DF5}" presName="sibTrans" presStyleCnt="0"/>
      <dgm:spPr/>
    </dgm:pt>
    <dgm:pt modelId="{D1809BBD-CF5D-4E0E-9542-FDDAAB39935E}" type="pres">
      <dgm:prSet presAssocID="{B2486BE1-5718-44DB-8794-0B14F2F66DE1}" presName="node" presStyleLbl="node1" presStyleIdx="1" presStyleCnt="5">
        <dgm:presLayoutVars>
          <dgm:bulletEnabled val="1"/>
        </dgm:presLayoutVars>
      </dgm:prSet>
      <dgm:spPr/>
    </dgm:pt>
    <dgm:pt modelId="{847437CC-DA47-48B2-9DB5-811BC61FCA0E}" type="pres">
      <dgm:prSet presAssocID="{082F1384-11C1-47C0-8764-59331C6A4EF4}" presName="sibTrans" presStyleCnt="0"/>
      <dgm:spPr/>
    </dgm:pt>
    <dgm:pt modelId="{864F4DAD-198F-403C-90F6-03F2F2BA9CF5}" type="pres">
      <dgm:prSet presAssocID="{EB2D9504-4D50-4FB6-B3B9-C6360D408918}" presName="node" presStyleLbl="node1" presStyleIdx="2" presStyleCnt="5">
        <dgm:presLayoutVars>
          <dgm:bulletEnabled val="1"/>
        </dgm:presLayoutVars>
      </dgm:prSet>
      <dgm:spPr/>
    </dgm:pt>
    <dgm:pt modelId="{9F165BEB-B965-4B1F-8765-0B764D0E29CA}" type="pres">
      <dgm:prSet presAssocID="{94EFF298-8F5A-450C-B28A-B6C768776B6E}" presName="sibTrans" presStyleCnt="0"/>
      <dgm:spPr/>
    </dgm:pt>
    <dgm:pt modelId="{CFF70C9E-C6F0-4E86-AE4D-EC18C674EAF9}" type="pres">
      <dgm:prSet presAssocID="{5A644E19-4EC0-42B3-8796-F858C831DB1F}" presName="node" presStyleLbl="node1" presStyleIdx="3" presStyleCnt="5">
        <dgm:presLayoutVars>
          <dgm:bulletEnabled val="1"/>
        </dgm:presLayoutVars>
      </dgm:prSet>
      <dgm:spPr/>
    </dgm:pt>
    <dgm:pt modelId="{6B9BFB25-AA9B-44DF-B9B7-7C13973B4AD4}" type="pres">
      <dgm:prSet presAssocID="{D1E80ABC-72A1-40BF-8A28-F70501E5A936}" presName="sibTrans" presStyleCnt="0"/>
      <dgm:spPr/>
    </dgm:pt>
    <dgm:pt modelId="{36B6CB2C-8F21-4AF6-A361-A80CC22F2D18}" type="pres">
      <dgm:prSet presAssocID="{F5B49EDE-88D2-4E09-B462-D88C8A9E9106}" presName="node" presStyleLbl="node1" presStyleIdx="4" presStyleCnt="5">
        <dgm:presLayoutVars>
          <dgm:bulletEnabled val="1"/>
        </dgm:presLayoutVars>
      </dgm:prSet>
      <dgm:spPr/>
    </dgm:pt>
  </dgm:ptLst>
  <dgm:cxnLst>
    <dgm:cxn modelId="{D1C1850A-EE06-480D-AF09-63ACFCB5F6B8}" srcId="{16C09EE5-1449-497E-908D-D3998BE75817}" destId="{EB2D9504-4D50-4FB6-B3B9-C6360D408918}" srcOrd="2" destOrd="0" parTransId="{3F8BA4FF-C84B-4E64-8478-E865BDDF9310}" sibTransId="{94EFF298-8F5A-450C-B28A-B6C768776B6E}"/>
    <dgm:cxn modelId="{F8A9F927-F323-4ED0-83AD-0A0A232C9EBC}" type="presOf" srcId="{F5B49EDE-88D2-4E09-B462-D88C8A9E9106}" destId="{36B6CB2C-8F21-4AF6-A361-A80CC22F2D18}" srcOrd="0" destOrd="0" presId="urn:microsoft.com/office/officeart/2005/8/layout/default"/>
    <dgm:cxn modelId="{B0ACC635-5B29-4955-8A60-F24041E670DC}" srcId="{16C09EE5-1449-497E-908D-D3998BE75817}" destId="{F5B49EDE-88D2-4E09-B462-D88C8A9E9106}" srcOrd="4" destOrd="0" parTransId="{7FECC87B-F050-47B4-825B-EFA616ACE383}" sibTransId="{C723F6C8-51DD-4E59-904A-A211C96B56D9}"/>
    <dgm:cxn modelId="{62E14650-DD8D-4C29-A4DF-BD0890407393}" type="presOf" srcId="{EB2D9504-4D50-4FB6-B3B9-C6360D408918}" destId="{864F4DAD-198F-403C-90F6-03F2F2BA9CF5}" srcOrd="0" destOrd="0" presId="urn:microsoft.com/office/officeart/2005/8/layout/default"/>
    <dgm:cxn modelId="{F9A01872-F0DB-4987-AD2D-CF94EDC8AEBD}" srcId="{16C09EE5-1449-497E-908D-D3998BE75817}" destId="{5A644E19-4EC0-42B3-8796-F858C831DB1F}" srcOrd="3" destOrd="0" parTransId="{36020FA2-4BBD-439E-BBC8-2775D68F6641}" sibTransId="{D1E80ABC-72A1-40BF-8A28-F70501E5A936}"/>
    <dgm:cxn modelId="{C1683889-CB6D-44FD-BF8A-1CD0C751954A}" type="presOf" srcId="{16C09EE5-1449-497E-908D-D3998BE75817}" destId="{34FF8F2B-D2A4-43F7-BE00-0D08FD76FFA4}" srcOrd="0" destOrd="0" presId="urn:microsoft.com/office/officeart/2005/8/layout/default"/>
    <dgm:cxn modelId="{C1418CAE-AC81-4943-AB84-A61F723CA24F}" type="presOf" srcId="{5A644E19-4EC0-42B3-8796-F858C831DB1F}" destId="{CFF70C9E-C6F0-4E86-AE4D-EC18C674EAF9}" srcOrd="0" destOrd="0" presId="urn:microsoft.com/office/officeart/2005/8/layout/default"/>
    <dgm:cxn modelId="{707E90D2-1ABC-4678-8AB2-970CE4FC52C3}" srcId="{16C09EE5-1449-497E-908D-D3998BE75817}" destId="{B2486BE1-5718-44DB-8794-0B14F2F66DE1}" srcOrd="1" destOrd="0" parTransId="{B4FE98F9-9C71-4063-A4B4-7FF37C082A8E}" sibTransId="{082F1384-11C1-47C0-8764-59331C6A4EF4}"/>
    <dgm:cxn modelId="{C86480DA-E930-404B-A1AE-5258FF640EB0}" type="presOf" srcId="{73B57FE7-D4E2-45BD-A05A-915320A5224E}" destId="{98A07FC4-B66D-4EBF-ADA9-B183575768C6}" srcOrd="0" destOrd="0" presId="urn:microsoft.com/office/officeart/2005/8/layout/default"/>
    <dgm:cxn modelId="{A897ABE5-F4E1-4874-937B-1405C34479F4}" srcId="{16C09EE5-1449-497E-908D-D3998BE75817}" destId="{73B57FE7-D4E2-45BD-A05A-915320A5224E}" srcOrd="0" destOrd="0" parTransId="{03EF4522-E034-4471-8050-A0DB72B7C0E3}" sibTransId="{9AC36EA1-4DCE-4C7C-85E4-867E83FA5DF5}"/>
    <dgm:cxn modelId="{62D8F3EF-C9B2-47F1-8FC0-22A765DC25B2}" type="presOf" srcId="{B2486BE1-5718-44DB-8794-0B14F2F66DE1}" destId="{D1809BBD-CF5D-4E0E-9542-FDDAAB39935E}" srcOrd="0" destOrd="0" presId="urn:microsoft.com/office/officeart/2005/8/layout/default"/>
    <dgm:cxn modelId="{1F07CECA-8EA6-47F6-826B-8ABA10DB3D2E}" type="presParOf" srcId="{34FF8F2B-D2A4-43F7-BE00-0D08FD76FFA4}" destId="{98A07FC4-B66D-4EBF-ADA9-B183575768C6}" srcOrd="0" destOrd="0" presId="urn:microsoft.com/office/officeart/2005/8/layout/default"/>
    <dgm:cxn modelId="{2BA3AF4B-0BFF-4BA9-AD91-451E29089BBB}" type="presParOf" srcId="{34FF8F2B-D2A4-43F7-BE00-0D08FD76FFA4}" destId="{5A5B7B97-F326-4392-86CE-049BF206ABE4}" srcOrd="1" destOrd="0" presId="urn:microsoft.com/office/officeart/2005/8/layout/default"/>
    <dgm:cxn modelId="{AD8C98F8-F3EE-494B-ADA8-DFAC8CED95FD}" type="presParOf" srcId="{34FF8F2B-D2A4-43F7-BE00-0D08FD76FFA4}" destId="{D1809BBD-CF5D-4E0E-9542-FDDAAB39935E}" srcOrd="2" destOrd="0" presId="urn:microsoft.com/office/officeart/2005/8/layout/default"/>
    <dgm:cxn modelId="{652AFCE1-AE53-41D2-AAFF-579FB2FB05BF}" type="presParOf" srcId="{34FF8F2B-D2A4-43F7-BE00-0D08FD76FFA4}" destId="{847437CC-DA47-48B2-9DB5-811BC61FCA0E}" srcOrd="3" destOrd="0" presId="urn:microsoft.com/office/officeart/2005/8/layout/default"/>
    <dgm:cxn modelId="{29188330-4D95-44B0-AA36-D005E17EEAE3}" type="presParOf" srcId="{34FF8F2B-D2A4-43F7-BE00-0D08FD76FFA4}" destId="{864F4DAD-198F-403C-90F6-03F2F2BA9CF5}" srcOrd="4" destOrd="0" presId="urn:microsoft.com/office/officeart/2005/8/layout/default"/>
    <dgm:cxn modelId="{E9E0C162-3717-4C82-B002-3A4C21954FFB}" type="presParOf" srcId="{34FF8F2B-D2A4-43F7-BE00-0D08FD76FFA4}" destId="{9F165BEB-B965-4B1F-8765-0B764D0E29CA}" srcOrd="5" destOrd="0" presId="urn:microsoft.com/office/officeart/2005/8/layout/default"/>
    <dgm:cxn modelId="{CA3FB4CE-615B-464F-B93C-CB55BFDE0511}" type="presParOf" srcId="{34FF8F2B-D2A4-43F7-BE00-0D08FD76FFA4}" destId="{CFF70C9E-C6F0-4E86-AE4D-EC18C674EAF9}" srcOrd="6" destOrd="0" presId="urn:microsoft.com/office/officeart/2005/8/layout/default"/>
    <dgm:cxn modelId="{B66E71F0-C277-42C1-972A-399D228AC4B8}" type="presParOf" srcId="{34FF8F2B-D2A4-43F7-BE00-0D08FD76FFA4}" destId="{6B9BFB25-AA9B-44DF-B9B7-7C13973B4AD4}" srcOrd="7" destOrd="0" presId="urn:microsoft.com/office/officeart/2005/8/layout/default"/>
    <dgm:cxn modelId="{3BA5913B-FBA7-4F74-8897-AFE9695182DB}" type="presParOf" srcId="{34FF8F2B-D2A4-43F7-BE00-0D08FD76FFA4}" destId="{36B6CB2C-8F21-4AF6-A361-A80CC22F2D18}"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53A1DD2-BF56-4E15-90C0-166F29E8A41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F765C7C2-49B0-46F2-B13D-63F9EEB957D3}">
      <dgm:prSet/>
      <dgm:spPr>
        <a:solidFill>
          <a:schemeClr val="tx2">
            <a:lumMod val="75000"/>
          </a:schemeClr>
        </a:solidFill>
      </dgm:spPr>
      <dgm:t>
        <a:bodyPr/>
        <a:lstStyle/>
        <a:p>
          <a:r>
            <a:rPr lang="da-DK" b="1" dirty="0"/>
            <a:t>1. Sentiment-Based Analysis </a:t>
          </a:r>
          <a:r>
            <a:rPr lang="en-IN" b="1" dirty="0"/>
            <a:t>(</a:t>
          </a:r>
          <a:r>
            <a:rPr lang="en-US" b="1" dirty="0"/>
            <a:t>B. Schmitt)</a:t>
          </a:r>
          <a:endParaRPr lang="en-US" dirty="0"/>
        </a:p>
      </dgm:t>
    </dgm:pt>
    <dgm:pt modelId="{626D03E3-1B7E-4297-97E8-583E0244711A}" type="parTrans" cxnId="{AEE937DE-5D19-460A-8700-6F9A2AF88CE8}">
      <dgm:prSet/>
      <dgm:spPr/>
      <dgm:t>
        <a:bodyPr/>
        <a:lstStyle/>
        <a:p>
          <a:endParaRPr lang="en-US"/>
        </a:p>
      </dgm:t>
    </dgm:pt>
    <dgm:pt modelId="{5E0EB14D-E11B-4CB8-A32A-D80691084B96}" type="sibTrans" cxnId="{AEE937DE-5D19-460A-8700-6F9A2AF88CE8}">
      <dgm:prSet/>
      <dgm:spPr/>
      <dgm:t>
        <a:bodyPr/>
        <a:lstStyle/>
        <a:p>
          <a:endParaRPr lang="en-US"/>
        </a:p>
      </dgm:t>
    </dgm:pt>
    <dgm:pt modelId="{14FAF014-7CA7-4C63-A6DA-0451D5B88AE1}">
      <dgm:prSet/>
      <dgm:spPr>
        <a:solidFill>
          <a:schemeClr val="bg2">
            <a:lumMod val="50000"/>
            <a:lumOff val="50000"/>
          </a:schemeClr>
        </a:solidFill>
      </dgm:spPr>
      <dgm:t>
        <a:bodyPr/>
        <a:lstStyle/>
        <a:p>
          <a:r>
            <a:rPr lang="en-IN"/>
            <a:t>• </a:t>
          </a:r>
          <a:r>
            <a:rPr lang="en-IN" b="1"/>
            <a:t>Approach:</a:t>
          </a:r>
          <a:r>
            <a:rPr lang="en-IN"/>
            <a:t> </a:t>
          </a:r>
          <a:r>
            <a:rPr lang="en-US"/>
            <a:t>Classifies text as </a:t>
          </a:r>
          <a:r>
            <a:rPr lang="en-US" b="1"/>
            <a:t>positive, negative, or neutral</a:t>
          </a:r>
          <a:r>
            <a:rPr lang="en-US"/>
            <a:t> using lexicon-based sentiment analysis.</a:t>
          </a:r>
        </a:p>
      </dgm:t>
    </dgm:pt>
    <dgm:pt modelId="{C7EE39C4-6D3A-4F7A-8C16-B8BB76B6C598}" type="parTrans" cxnId="{DB9FD0FF-3CA4-4349-8688-DF3D06549612}">
      <dgm:prSet/>
      <dgm:spPr/>
      <dgm:t>
        <a:bodyPr/>
        <a:lstStyle/>
        <a:p>
          <a:endParaRPr lang="en-US"/>
        </a:p>
      </dgm:t>
    </dgm:pt>
    <dgm:pt modelId="{BA256DE8-2F9A-45CE-AB16-9A258C2F0064}" type="sibTrans" cxnId="{DB9FD0FF-3CA4-4349-8688-DF3D06549612}">
      <dgm:prSet/>
      <dgm:spPr/>
      <dgm:t>
        <a:bodyPr/>
        <a:lstStyle/>
        <a:p>
          <a:endParaRPr lang="en-US"/>
        </a:p>
      </dgm:t>
    </dgm:pt>
    <dgm:pt modelId="{59CE96BA-074D-407A-9A27-3E94046AF12B}">
      <dgm:prSet/>
      <dgm:spPr>
        <a:solidFill>
          <a:schemeClr val="bg2">
            <a:lumMod val="50000"/>
            <a:lumOff val="50000"/>
          </a:schemeClr>
        </a:solidFill>
      </dgm:spPr>
      <dgm:t>
        <a:bodyPr/>
        <a:lstStyle/>
        <a:p>
          <a:r>
            <a:rPr lang="en-IN" dirty="0"/>
            <a:t>• </a:t>
          </a:r>
          <a:r>
            <a:rPr lang="en-IN" b="1" dirty="0"/>
            <a:t>Limitations:</a:t>
          </a:r>
          <a:r>
            <a:rPr lang="en-IN" dirty="0"/>
            <a:t> </a:t>
          </a:r>
          <a:r>
            <a:rPr lang="en-US" dirty="0"/>
            <a:t>Ignores </a:t>
          </a:r>
          <a:r>
            <a:rPr lang="en-US" b="1" dirty="0"/>
            <a:t>context-specific</a:t>
          </a:r>
          <a:r>
            <a:rPr lang="en-US" dirty="0"/>
            <a:t> sentiment variations, fails to identify </a:t>
          </a:r>
          <a:r>
            <a:rPr lang="en-US" b="1" dirty="0"/>
            <a:t>aspect-level </a:t>
          </a:r>
          <a:r>
            <a:rPr lang="en-US" dirty="0"/>
            <a:t>sentiments (e.g., good doctor but bad staff).</a:t>
          </a:r>
        </a:p>
      </dgm:t>
    </dgm:pt>
    <dgm:pt modelId="{90307110-702D-47F1-B2F6-2F9CACB7E6F9}" type="parTrans" cxnId="{8F07051B-5FAD-4379-8938-00AF1B2CAA16}">
      <dgm:prSet/>
      <dgm:spPr/>
      <dgm:t>
        <a:bodyPr/>
        <a:lstStyle/>
        <a:p>
          <a:endParaRPr lang="en-US"/>
        </a:p>
      </dgm:t>
    </dgm:pt>
    <dgm:pt modelId="{C453E376-D689-4AF3-84C2-B2BB38452B22}" type="sibTrans" cxnId="{8F07051B-5FAD-4379-8938-00AF1B2CAA16}">
      <dgm:prSet/>
      <dgm:spPr/>
      <dgm:t>
        <a:bodyPr/>
        <a:lstStyle/>
        <a:p>
          <a:endParaRPr lang="en-US"/>
        </a:p>
      </dgm:t>
    </dgm:pt>
    <dgm:pt modelId="{DA62A3A6-1BE3-4E5D-BD22-FD850A722ACC}">
      <dgm:prSet/>
      <dgm:spPr>
        <a:solidFill>
          <a:schemeClr val="bg2">
            <a:lumMod val="50000"/>
            <a:lumOff val="50000"/>
          </a:schemeClr>
        </a:solidFill>
      </dgm:spPr>
      <dgm:t>
        <a:bodyPr/>
        <a:lstStyle/>
        <a:p>
          <a:r>
            <a:rPr lang="en-IN"/>
            <a:t>• </a:t>
          </a:r>
          <a:r>
            <a:rPr lang="en-IN" b="1"/>
            <a:t>Accuracy Issues:</a:t>
          </a:r>
          <a:r>
            <a:rPr lang="en-IN"/>
            <a:t> </a:t>
          </a:r>
          <a:r>
            <a:rPr lang="en-US"/>
            <a:t>Works well for </a:t>
          </a:r>
          <a:r>
            <a:rPr lang="en-US" b="1"/>
            <a:t>general sentiment classification</a:t>
          </a:r>
          <a:r>
            <a:rPr lang="en-US"/>
            <a:t> but lacks </a:t>
          </a:r>
          <a:r>
            <a:rPr lang="en-US" b="1"/>
            <a:t>aspect-based granularity</a:t>
          </a:r>
          <a:r>
            <a:rPr lang="en-IN"/>
            <a:t>.</a:t>
          </a:r>
          <a:endParaRPr lang="en-US"/>
        </a:p>
      </dgm:t>
    </dgm:pt>
    <dgm:pt modelId="{424F0458-654E-4250-B7FF-28A19724BB46}" type="parTrans" cxnId="{D3727DDB-88BD-48F9-8F78-F3A4FA5B6EAF}">
      <dgm:prSet/>
      <dgm:spPr/>
      <dgm:t>
        <a:bodyPr/>
        <a:lstStyle/>
        <a:p>
          <a:endParaRPr lang="en-US"/>
        </a:p>
      </dgm:t>
    </dgm:pt>
    <dgm:pt modelId="{7C57145C-BD4D-4121-AC55-D4C1F0A7C99A}" type="sibTrans" cxnId="{D3727DDB-88BD-48F9-8F78-F3A4FA5B6EAF}">
      <dgm:prSet/>
      <dgm:spPr/>
      <dgm:t>
        <a:bodyPr/>
        <a:lstStyle/>
        <a:p>
          <a:endParaRPr lang="en-US"/>
        </a:p>
      </dgm:t>
    </dgm:pt>
    <dgm:pt modelId="{85CB14A8-44CC-4104-B13A-8FF2E1AAD23B}">
      <dgm:prSet/>
      <dgm:spPr>
        <a:solidFill>
          <a:schemeClr val="bg2">
            <a:lumMod val="50000"/>
            <a:lumOff val="50000"/>
          </a:schemeClr>
        </a:solidFill>
      </dgm:spPr>
      <dgm:t>
        <a:bodyPr/>
        <a:lstStyle/>
        <a:p>
          <a:r>
            <a:rPr lang="en-IN" b="1"/>
            <a:t>2. Latent Dirichlet Allocation (LDA) for Topic Modelling (</a:t>
          </a:r>
          <a:r>
            <a:rPr lang="en-US" b="1"/>
            <a:t>L. Satish and N. Yusof)</a:t>
          </a:r>
          <a:endParaRPr lang="en-US"/>
        </a:p>
      </dgm:t>
    </dgm:pt>
    <dgm:pt modelId="{DB38A57C-E6D3-4953-BFBB-E1F9DC084612}" type="parTrans" cxnId="{38EC1860-BD72-4BCC-9EDD-4807C47D199F}">
      <dgm:prSet/>
      <dgm:spPr/>
      <dgm:t>
        <a:bodyPr/>
        <a:lstStyle/>
        <a:p>
          <a:endParaRPr lang="en-US"/>
        </a:p>
      </dgm:t>
    </dgm:pt>
    <dgm:pt modelId="{0DFC6E74-112C-4C75-A898-51ADF0D91763}" type="sibTrans" cxnId="{38EC1860-BD72-4BCC-9EDD-4807C47D199F}">
      <dgm:prSet/>
      <dgm:spPr/>
      <dgm:t>
        <a:bodyPr/>
        <a:lstStyle/>
        <a:p>
          <a:endParaRPr lang="en-US"/>
        </a:p>
      </dgm:t>
    </dgm:pt>
    <dgm:pt modelId="{D76E3E89-2F6C-4471-AA22-3A4734BEF49B}">
      <dgm:prSet/>
      <dgm:spPr>
        <a:solidFill>
          <a:schemeClr val="bg2">
            <a:lumMod val="50000"/>
            <a:lumOff val="50000"/>
          </a:schemeClr>
        </a:solidFill>
      </dgm:spPr>
      <dgm:t>
        <a:bodyPr/>
        <a:lstStyle/>
        <a:p>
          <a:r>
            <a:rPr lang="en-IN" dirty="0"/>
            <a:t>• </a:t>
          </a:r>
          <a:r>
            <a:rPr lang="en-IN" b="1" dirty="0"/>
            <a:t>Approach:</a:t>
          </a:r>
          <a:r>
            <a:rPr lang="en-IN" dirty="0"/>
            <a:t> </a:t>
          </a:r>
          <a:r>
            <a:rPr lang="en-US" dirty="0"/>
            <a:t>Extracts hidden topics from textual data using probabilistic topic modeling.</a:t>
          </a:r>
        </a:p>
      </dgm:t>
    </dgm:pt>
    <dgm:pt modelId="{A61F834A-E5D3-4CE1-8E99-4948A62C6E7E}" type="parTrans" cxnId="{CA139E72-EDE1-43E0-9528-E91A77359E9F}">
      <dgm:prSet/>
      <dgm:spPr/>
      <dgm:t>
        <a:bodyPr/>
        <a:lstStyle/>
        <a:p>
          <a:endParaRPr lang="en-US"/>
        </a:p>
      </dgm:t>
    </dgm:pt>
    <dgm:pt modelId="{1FA30F55-E0FF-47C8-82CD-0DBEFB9A5E9C}" type="sibTrans" cxnId="{CA139E72-EDE1-43E0-9528-E91A77359E9F}">
      <dgm:prSet/>
      <dgm:spPr/>
      <dgm:t>
        <a:bodyPr/>
        <a:lstStyle/>
        <a:p>
          <a:endParaRPr lang="en-US"/>
        </a:p>
      </dgm:t>
    </dgm:pt>
    <dgm:pt modelId="{C6BA5C90-1405-4909-8336-2D3CDF6F33DA}">
      <dgm:prSet/>
      <dgm:spPr>
        <a:solidFill>
          <a:schemeClr val="bg2">
            <a:lumMod val="50000"/>
            <a:lumOff val="50000"/>
          </a:schemeClr>
        </a:solidFill>
      </dgm:spPr>
      <dgm:t>
        <a:bodyPr/>
        <a:lstStyle/>
        <a:p>
          <a:r>
            <a:rPr lang="en-IN"/>
            <a:t>• </a:t>
          </a:r>
          <a:r>
            <a:rPr lang="en-IN" b="1"/>
            <a:t>Limitations:</a:t>
          </a:r>
          <a:r>
            <a:rPr lang="en-IN"/>
            <a:t> </a:t>
          </a:r>
          <a:r>
            <a:rPr lang="en-US"/>
            <a:t>Identifies topics but does not classify sentiments, struggles with short text reviews (e.g., "Very bad experience.").</a:t>
          </a:r>
        </a:p>
      </dgm:t>
    </dgm:pt>
    <dgm:pt modelId="{77E0F025-10D9-402D-8AF7-8EA14A9434CE}" type="parTrans" cxnId="{C3FB432C-8C54-49EC-A8DF-9837285FD760}">
      <dgm:prSet/>
      <dgm:spPr/>
      <dgm:t>
        <a:bodyPr/>
        <a:lstStyle/>
        <a:p>
          <a:endParaRPr lang="en-US"/>
        </a:p>
      </dgm:t>
    </dgm:pt>
    <dgm:pt modelId="{7CCD8052-D943-42D6-B086-2E72F396E44E}" type="sibTrans" cxnId="{C3FB432C-8C54-49EC-A8DF-9837285FD760}">
      <dgm:prSet/>
      <dgm:spPr/>
      <dgm:t>
        <a:bodyPr/>
        <a:lstStyle/>
        <a:p>
          <a:endParaRPr lang="en-US"/>
        </a:p>
      </dgm:t>
    </dgm:pt>
    <dgm:pt modelId="{864EE570-5D21-4CDB-8E65-6F63DB029546}">
      <dgm:prSet/>
      <dgm:spPr>
        <a:solidFill>
          <a:schemeClr val="bg2">
            <a:lumMod val="50000"/>
            <a:lumOff val="50000"/>
          </a:schemeClr>
        </a:solidFill>
      </dgm:spPr>
      <dgm:t>
        <a:bodyPr/>
        <a:lstStyle/>
        <a:p>
          <a:r>
            <a:rPr lang="en-IN" dirty="0"/>
            <a:t>• </a:t>
          </a:r>
          <a:r>
            <a:rPr lang="en-IN" b="1" dirty="0"/>
            <a:t>Performance Issue:</a:t>
          </a:r>
          <a:r>
            <a:rPr lang="en-IN" dirty="0"/>
            <a:t> </a:t>
          </a:r>
          <a:r>
            <a:rPr lang="en-US" dirty="0"/>
            <a:t>Topic coherence score is inconsistent (varies across datasets).</a:t>
          </a:r>
        </a:p>
      </dgm:t>
    </dgm:pt>
    <dgm:pt modelId="{CB60929D-7040-4DE2-AEBD-BC7FD4CED2F6}" type="parTrans" cxnId="{DD7E89FA-80F4-41F9-9B8C-8749BE603189}">
      <dgm:prSet/>
      <dgm:spPr/>
      <dgm:t>
        <a:bodyPr/>
        <a:lstStyle/>
        <a:p>
          <a:endParaRPr lang="en-US"/>
        </a:p>
      </dgm:t>
    </dgm:pt>
    <dgm:pt modelId="{93C6F0B1-9433-4C59-B523-E518B86F17D2}" type="sibTrans" cxnId="{DD7E89FA-80F4-41F9-9B8C-8749BE603189}">
      <dgm:prSet/>
      <dgm:spPr/>
      <dgm:t>
        <a:bodyPr/>
        <a:lstStyle/>
        <a:p>
          <a:endParaRPr lang="en-US"/>
        </a:p>
      </dgm:t>
    </dgm:pt>
    <dgm:pt modelId="{D35B1694-741E-47F0-B87C-0A87D6F9C265}">
      <dgm:prSet/>
      <dgm:spPr>
        <a:solidFill>
          <a:schemeClr val="bg2">
            <a:lumMod val="50000"/>
            <a:lumOff val="50000"/>
          </a:schemeClr>
        </a:solidFill>
      </dgm:spPr>
      <dgm:t>
        <a:bodyPr/>
        <a:lstStyle/>
        <a:p>
          <a:r>
            <a:rPr lang="en-IN" b="1"/>
            <a:t>3. </a:t>
          </a:r>
          <a:r>
            <a:rPr lang="en-US" b="1"/>
            <a:t>Machine Learning-Based Sentiment Analysis (Pang &amp; Lee)</a:t>
          </a:r>
          <a:endParaRPr lang="en-US"/>
        </a:p>
      </dgm:t>
    </dgm:pt>
    <dgm:pt modelId="{0307F617-4872-4DF9-A4B7-15373B9F1223}" type="parTrans" cxnId="{E9224BCB-3397-4F1E-AECB-AE73EB4E74FB}">
      <dgm:prSet/>
      <dgm:spPr/>
      <dgm:t>
        <a:bodyPr/>
        <a:lstStyle/>
        <a:p>
          <a:endParaRPr lang="en-US"/>
        </a:p>
      </dgm:t>
    </dgm:pt>
    <dgm:pt modelId="{CA206BFC-6527-4773-96D3-9B08D2178DCB}" type="sibTrans" cxnId="{E9224BCB-3397-4F1E-AECB-AE73EB4E74FB}">
      <dgm:prSet/>
      <dgm:spPr/>
      <dgm:t>
        <a:bodyPr/>
        <a:lstStyle/>
        <a:p>
          <a:endParaRPr lang="en-US"/>
        </a:p>
      </dgm:t>
    </dgm:pt>
    <dgm:pt modelId="{2BB706E4-FAD1-4E7F-BB3D-5E648581C37B}">
      <dgm:prSet/>
      <dgm:spPr>
        <a:solidFill>
          <a:schemeClr val="bg2">
            <a:lumMod val="50000"/>
            <a:lumOff val="50000"/>
          </a:schemeClr>
        </a:solidFill>
      </dgm:spPr>
      <dgm:t>
        <a:bodyPr/>
        <a:lstStyle/>
        <a:p>
          <a:r>
            <a:rPr lang="en-IN" dirty="0"/>
            <a:t>• </a:t>
          </a:r>
          <a:r>
            <a:rPr lang="en-IN" b="1" dirty="0"/>
            <a:t>Approach:</a:t>
          </a:r>
          <a:r>
            <a:rPr lang="en-IN" dirty="0"/>
            <a:t> </a:t>
          </a:r>
          <a:r>
            <a:rPr lang="en-US" dirty="0"/>
            <a:t>Uses supervised machine learning models like </a:t>
          </a:r>
          <a:r>
            <a:rPr lang="en-US" b="1" dirty="0"/>
            <a:t>Naïve Bayes, SVM, and Random Forest </a:t>
          </a:r>
          <a:r>
            <a:rPr lang="en-US" dirty="0"/>
            <a:t>for sentiment classification.</a:t>
          </a:r>
        </a:p>
      </dgm:t>
    </dgm:pt>
    <dgm:pt modelId="{DFC96457-FC62-4D16-B8B8-985DC4269C6D}" type="parTrans" cxnId="{50A8F04C-6065-4C80-82E8-3FCE58706B25}">
      <dgm:prSet/>
      <dgm:spPr/>
      <dgm:t>
        <a:bodyPr/>
        <a:lstStyle/>
        <a:p>
          <a:endParaRPr lang="en-US"/>
        </a:p>
      </dgm:t>
    </dgm:pt>
    <dgm:pt modelId="{28FA67B4-C19F-4C7B-866D-BBF2346DCFCE}" type="sibTrans" cxnId="{50A8F04C-6065-4C80-82E8-3FCE58706B25}">
      <dgm:prSet/>
      <dgm:spPr/>
      <dgm:t>
        <a:bodyPr/>
        <a:lstStyle/>
        <a:p>
          <a:endParaRPr lang="en-US"/>
        </a:p>
      </dgm:t>
    </dgm:pt>
    <dgm:pt modelId="{E521C522-CB7D-465B-B6A3-339C843FBC20}">
      <dgm:prSet/>
      <dgm:spPr>
        <a:solidFill>
          <a:schemeClr val="bg2">
            <a:lumMod val="50000"/>
            <a:lumOff val="50000"/>
          </a:schemeClr>
        </a:solidFill>
      </dgm:spPr>
      <dgm:t>
        <a:bodyPr/>
        <a:lstStyle/>
        <a:p>
          <a:r>
            <a:rPr lang="en-IN"/>
            <a:t>• </a:t>
          </a:r>
          <a:r>
            <a:rPr lang="en-IN" b="1"/>
            <a:t>Limitations: </a:t>
          </a:r>
          <a:r>
            <a:rPr lang="en-US"/>
            <a:t>Requires </a:t>
          </a:r>
          <a:r>
            <a:rPr lang="en-US" b="1"/>
            <a:t>large labeled datasets</a:t>
          </a:r>
          <a:r>
            <a:rPr lang="en-US"/>
            <a:t> for training,</a:t>
          </a:r>
          <a:r>
            <a:rPr lang="en-IN"/>
            <a:t> </a:t>
          </a:r>
          <a:r>
            <a:rPr lang="en-US"/>
            <a:t>fails to handle</a:t>
          </a:r>
          <a:r>
            <a:rPr lang="en-US" b="1"/>
            <a:t> sarcasm, negations, and implicit sentiments.</a:t>
          </a:r>
          <a:endParaRPr lang="en-US"/>
        </a:p>
      </dgm:t>
    </dgm:pt>
    <dgm:pt modelId="{2B6A32B3-D24B-4CDB-BF5A-E0EE3EF3AE26}" type="parTrans" cxnId="{56A5E5B9-28C8-4F50-A7FF-7AAD4492E43E}">
      <dgm:prSet/>
      <dgm:spPr/>
      <dgm:t>
        <a:bodyPr/>
        <a:lstStyle/>
        <a:p>
          <a:endParaRPr lang="en-US"/>
        </a:p>
      </dgm:t>
    </dgm:pt>
    <dgm:pt modelId="{05DDD94B-DF81-4B4D-A088-6C21F68B25AC}" type="sibTrans" cxnId="{56A5E5B9-28C8-4F50-A7FF-7AAD4492E43E}">
      <dgm:prSet/>
      <dgm:spPr/>
      <dgm:t>
        <a:bodyPr/>
        <a:lstStyle/>
        <a:p>
          <a:endParaRPr lang="en-US"/>
        </a:p>
      </dgm:t>
    </dgm:pt>
    <dgm:pt modelId="{9720F3EF-BCCA-446A-B513-DD27C5E25BC0}">
      <dgm:prSet/>
      <dgm:spPr>
        <a:solidFill>
          <a:schemeClr val="bg2">
            <a:lumMod val="50000"/>
            <a:lumOff val="50000"/>
          </a:schemeClr>
        </a:solidFill>
      </dgm:spPr>
      <dgm:t>
        <a:bodyPr/>
        <a:lstStyle/>
        <a:p>
          <a:r>
            <a:rPr lang="en-IN" dirty="0"/>
            <a:t>• </a:t>
          </a:r>
          <a:r>
            <a:rPr lang="en-IN" b="1" dirty="0"/>
            <a:t>Accuracy: </a:t>
          </a:r>
          <a:r>
            <a:rPr lang="en-US" b="1" dirty="0"/>
            <a:t>75-85% depending on the dataset</a:t>
          </a:r>
          <a:r>
            <a:rPr lang="en-US" dirty="0"/>
            <a:t>, struggles with domain-specific terminologies (e.g., medical terms).</a:t>
          </a:r>
          <a:br>
            <a:rPr lang="en-IN" dirty="0"/>
          </a:br>
          <a:endParaRPr lang="en-US" dirty="0"/>
        </a:p>
      </dgm:t>
    </dgm:pt>
    <dgm:pt modelId="{9558851A-5C07-4AC1-82A8-23890D8C57FF}" type="parTrans" cxnId="{8C7424AC-2902-437F-A3EB-5F6F406F37C4}">
      <dgm:prSet/>
      <dgm:spPr/>
      <dgm:t>
        <a:bodyPr/>
        <a:lstStyle/>
        <a:p>
          <a:endParaRPr lang="en-US"/>
        </a:p>
      </dgm:t>
    </dgm:pt>
    <dgm:pt modelId="{C09B2DE8-4FB2-41AC-85E3-48E086AC9B9D}" type="sibTrans" cxnId="{8C7424AC-2902-437F-A3EB-5F6F406F37C4}">
      <dgm:prSet/>
      <dgm:spPr/>
      <dgm:t>
        <a:bodyPr/>
        <a:lstStyle/>
        <a:p>
          <a:endParaRPr lang="en-US"/>
        </a:p>
      </dgm:t>
    </dgm:pt>
    <dgm:pt modelId="{13BE8772-14A0-45BD-8B13-0D4C93227E8E}" type="pres">
      <dgm:prSet presAssocID="{E53A1DD2-BF56-4E15-90C0-166F29E8A415}" presName="diagram" presStyleCnt="0">
        <dgm:presLayoutVars>
          <dgm:dir/>
          <dgm:resizeHandles val="exact"/>
        </dgm:presLayoutVars>
      </dgm:prSet>
      <dgm:spPr/>
    </dgm:pt>
    <dgm:pt modelId="{7F34591F-3485-407A-A7C1-AE70886DAC9C}" type="pres">
      <dgm:prSet presAssocID="{F765C7C2-49B0-46F2-B13D-63F9EEB957D3}" presName="node" presStyleLbl="node1" presStyleIdx="0" presStyleCnt="12">
        <dgm:presLayoutVars>
          <dgm:bulletEnabled val="1"/>
        </dgm:presLayoutVars>
      </dgm:prSet>
      <dgm:spPr/>
    </dgm:pt>
    <dgm:pt modelId="{36967BBF-3E5A-4A61-9E4D-8730F259394E}" type="pres">
      <dgm:prSet presAssocID="{5E0EB14D-E11B-4CB8-A32A-D80691084B96}" presName="sibTrans" presStyleCnt="0"/>
      <dgm:spPr/>
    </dgm:pt>
    <dgm:pt modelId="{73891D45-27D4-4609-A07B-4E79ECC2E7BE}" type="pres">
      <dgm:prSet presAssocID="{14FAF014-7CA7-4C63-A6DA-0451D5B88AE1}" presName="node" presStyleLbl="node1" presStyleIdx="1" presStyleCnt="12">
        <dgm:presLayoutVars>
          <dgm:bulletEnabled val="1"/>
        </dgm:presLayoutVars>
      </dgm:prSet>
      <dgm:spPr/>
    </dgm:pt>
    <dgm:pt modelId="{CF2CD1DD-6506-4C73-B4CF-F02E76BB5B36}" type="pres">
      <dgm:prSet presAssocID="{BA256DE8-2F9A-45CE-AB16-9A258C2F0064}" presName="sibTrans" presStyleCnt="0"/>
      <dgm:spPr/>
    </dgm:pt>
    <dgm:pt modelId="{EF8AF640-6261-469B-98B6-E690A58A4A70}" type="pres">
      <dgm:prSet presAssocID="{59CE96BA-074D-407A-9A27-3E94046AF12B}" presName="node" presStyleLbl="node1" presStyleIdx="2" presStyleCnt="12">
        <dgm:presLayoutVars>
          <dgm:bulletEnabled val="1"/>
        </dgm:presLayoutVars>
      </dgm:prSet>
      <dgm:spPr/>
    </dgm:pt>
    <dgm:pt modelId="{1B6BC9B0-D07E-4E75-9438-4285489C0BC3}" type="pres">
      <dgm:prSet presAssocID="{C453E376-D689-4AF3-84C2-B2BB38452B22}" presName="sibTrans" presStyleCnt="0"/>
      <dgm:spPr/>
    </dgm:pt>
    <dgm:pt modelId="{226BE3D3-FBEC-4CDD-8F1D-45C3049B91C2}" type="pres">
      <dgm:prSet presAssocID="{DA62A3A6-1BE3-4E5D-BD22-FD850A722ACC}" presName="node" presStyleLbl="node1" presStyleIdx="3" presStyleCnt="12">
        <dgm:presLayoutVars>
          <dgm:bulletEnabled val="1"/>
        </dgm:presLayoutVars>
      </dgm:prSet>
      <dgm:spPr/>
    </dgm:pt>
    <dgm:pt modelId="{9DFF2B0E-D8D9-4609-AF32-8BB676083FC5}" type="pres">
      <dgm:prSet presAssocID="{7C57145C-BD4D-4121-AC55-D4C1F0A7C99A}" presName="sibTrans" presStyleCnt="0"/>
      <dgm:spPr/>
    </dgm:pt>
    <dgm:pt modelId="{DE3720F8-DA36-43F1-A9CF-1A1D23A0DFB9}" type="pres">
      <dgm:prSet presAssocID="{85CB14A8-44CC-4104-B13A-8FF2E1AAD23B}" presName="node" presStyleLbl="node1" presStyleIdx="4" presStyleCnt="12">
        <dgm:presLayoutVars>
          <dgm:bulletEnabled val="1"/>
        </dgm:presLayoutVars>
      </dgm:prSet>
      <dgm:spPr/>
    </dgm:pt>
    <dgm:pt modelId="{FBA16000-2B41-42A9-B017-38271677A740}" type="pres">
      <dgm:prSet presAssocID="{0DFC6E74-112C-4C75-A898-51ADF0D91763}" presName="sibTrans" presStyleCnt="0"/>
      <dgm:spPr/>
    </dgm:pt>
    <dgm:pt modelId="{E15FAA2F-AABB-4222-BD48-9A4F5ECC5ABB}" type="pres">
      <dgm:prSet presAssocID="{D76E3E89-2F6C-4471-AA22-3A4734BEF49B}" presName="node" presStyleLbl="node1" presStyleIdx="5" presStyleCnt="12">
        <dgm:presLayoutVars>
          <dgm:bulletEnabled val="1"/>
        </dgm:presLayoutVars>
      </dgm:prSet>
      <dgm:spPr/>
    </dgm:pt>
    <dgm:pt modelId="{FC81BC91-6A84-427D-A288-5B050C524AF5}" type="pres">
      <dgm:prSet presAssocID="{1FA30F55-E0FF-47C8-82CD-0DBEFB9A5E9C}" presName="sibTrans" presStyleCnt="0"/>
      <dgm:spPr/>
    </dgm:pt>
    <dgm:pt modelId="{997D9CFA-7554-44B4-9405-55A7CC5699D3}" type="pres">
      <dgm:prSet presAssocID="{C6BA5C90-1405-4909-8336-2D3CDF6F33DA}" presName="node" presStyleLbl="node1" presStyleIdx="6" presStyleCnt="12">
        <dgm:presLayoutVars>
          <dgm:bulletEnabled val="1"/>
        </dgm:presLayoutVars>
      </dgm:prSet>
      <dgm:spPr/>
    </dgm:pt>
    <dgm:pt modelId="{3E6FF9FD-B240-45D3-B203-0CBA8E46680D}" type="pres">
      <dgm:prSet presAssocID="{7CCD8052-D943-42D6-B086-2E72F396E44E}" presName="sibTrans" presStyleCnt="0"/>
      <dgm:spPr/>
    </dgm:pt>
    <dgm:pt modelId="{5E7D4463-B96F-4C89-99F2-5275F182D6BB}" type="pres">
      <dgm:prSet presAssocID="{864EE570-5D21-4CDB-8E65-6F63DB029546}" presName="node" presStyleLbl="node1" presStyleIdx="7" presStyleCnt="12">
        <dgm:presLayoutVars>
          <dgm:bulletEnabled val="1"/>
        </dgm:presLayoutVars>
      </dgm:prSet>
      <dgm:spPr/>
    </dgm:pt>
    <dgm:pt modelId="{62D38FAB-D8C8-4377-9405-58006DC3E38F}" type="pres">
      <dgm:prSet presAssocID="{93C6F0B1-9433-4C59-B523-E518B86F17D2}" presName="sibTrans" presStyleCnt="0"/>
      <dgm:spPr/>
    </dgm:pt>
    <dgm:pt modelId="{875577BD-1F77-43DF-B078-0E036E693023}" type="pres">
      <dgm:prSet presAssocID="{D35B1694-741E-47F0-B87C-0A87D6F9C265}" presName="node" presStyleLbl="node1" presStyleIdx="8" presStyleCnt="12">
        <dgm:presLayoutVars>
          <dgm:bulletEnabled val="1"/>
        </dgm:presLayoutVars>
      </dgm:prSet>
      <dgm:spPr/>
    </dgm:pt>
    <dgm:pt modelId="{F503E38D-F116-4FA9-878D-63B0C0395B21}" type="pres">
      <dgm:prSet presAssocID="{CA206BFC-6527-4773-96D3-9B08D2178DCB}" presName="sibTrans" presStyleCnt="0"/>
      <dgm:spPr/>
    </dgm:pt>
    <dgm:pt modelId="{0A90DE77-E52D-432E-862F-0D9792240A01}" type="pres">
      <dgm:prSet presAssocID="{2BB706E4-FAD1-4E7F-BB3D-5E648581C37B}" presName="node" presStyleLbl="node1" presStyleIdx="9" presStyleCnt="12">
        <dgm:presLayoutVars>
          <dgm:bulletEnabled val="1"/>
        </dgm:presLayoutVars>
      </dgm:prSet>
      <dgm:spPr/>
    </dgm:pt>
    <dgm:pt modelId="{4D3736CF-4C9E-4F89-8AF3-A9599AA095C2}" type="pres">
      <dgm:prSet presAssocID="{28FA67B4-C19F-4C7B-866D-BBF2346DCFCE}" presName="sibTrans" presStyleCnt="0"/>
      <dgm:spPr/>
    </dgm:pt>
    <dgm:pt modelId="{AA779D95-406B-4229-A0DE-9FB53E35EA20}" type="pres">
      <dgm:prSet presAssocID="{E521C522-CB7D-465B-B6A3-339C843FBC20}" presName="node" presStyleLbl="node1" presStyleIdx="10" presStyleCnt="12">
        <dgm:presLayoutVars>
          <dgm:bulletEnabled val="1"/>
        </dgm:presLayoutVars>
      </dgm:prSet>
      <dgm:spPr/>
    </dgm:pt>
    <dgm:pt modelId="{D3D35AC5-0A98-4DB6-91B2-43C70150BA5E}" type="pres">
      <dgm:prSet presAssocID="{05DDD94B-DF81-4B4D-A088-6C21F68B25AC}" presName="sibTrans" presStyleCnt="0"/>
      <dgm:spPr/>
    </dgm:pt>
    <dgm:pt modelId="{2FE69473-D0FC-41B4-BE1E-4CE4231AE972}" type="pres">
      <dgm:prSet presAssocID="{9720F3EF-BCCA-446A-B513-DD27C5E25BC0}" presName="node" presStyleLbl="node1" presStyleIdx="11" presStyleCnt="12" custLinFactNeighborY="-493">
        <dgm:presLayoutVars>
          <dgm:bulletEnabled val="1"/>
        </dgm:presLayoutVars>
      </dgm:prSet>
      <dgm:spPr/>
    </dgm:pt>
  </dgm:ptLst>
  <dgm:cxnLst>
    <dgm:cxn modelId="{87BE250A-276D-4DF4-AA59-1332CB31DDE6}" type="presOf" srcId="{85CB14A8-44CC-4104-B13A-8FF2E1AAD23B}" destId="{DE3720F8-DA36-43F1-A9CF-1A1D23A0DFB9}" srcOrd="0" destOrd="0" presId="urn:microsoft.com/office/officeart/2005/8/layout/default"/>
    <dgm:cxn modelId="{BAE2EB0D-35AC-4CC6-8ACD-6D654029C2FE}" type="presOf" srcId="{F765C7C2-49B0-46F2-B13D-63F9EEB957D3}" destId="{7F34591F-3485-407A-A7C1-AE70886DAC9C}" srcOrd="0" destOrd="0" presId="urn:microsoft.com/office/officeart/2005/8/layout/default"/>
    <dgm:cxn modelId="{C69DA01A-9243-4DB8-9CA1-6101DB670F6E}" type="presOf" srcId="{2BB706E4-FAD1-4E7F-BB3D-5E648581C37B}" destId="{0A90DE77-E52D-432E-862F-0D9792240A01}" srcOrd="0" destOrd="0" presId="urn:microsoft.com/office/officeart/2005/8/layout/default"/>
    <dgm:cxn modelId="{8F07051B-5FAD-4379-8938-00AF1B2CAA16}" srcId="{E53A1DD2-BF56-4E15-90C0-166F29E8A415}" destId="{59CE96BA-074D-407A-9A27-3E94046AF12B}" srcOrd="2" destOrd="0" parTransId="{90307110-702D-47F1-B2F6-2F9CACB7E6F9}" sibTransId="{C453E376-D689-4AF3-84C2-B2BB38452B22}"/>
    <dgm:cxn modelId="{F6B8181E-7B73-45F7-9700-0AEF9E4BAA69}" type="presOf" srcId="{E521C522-CB7D-465B-B6A3-339C843FBC20}" destId="{AA779D95-406B-4229-A0DE-9FB53E35EA20}" srcOrd="0" destOrd="0" presId="urn:microsoft.com/office/officeart/2005/8/layout/default"/>
    <dgm:cxn modelId="{4B412926-D32B-4E5B-A2C2-624CFFBD36B4}" type="presOf" srcId="{59CE96BA-074D-407A-9A27-3E94046AF12B}" destId="{EF8AF640-6261-469B-98B6-E690A58A4A70}" srcOrd="0" destOrd="0" presId="urn:microsoft.com/office/officeart/2005/8/layout/default"/>
    <dgm:cxn modelId="{C3FB432C-8C54-49EC-A8DF-9837285FD760}" srcId="{E53A1DD2-BF56-4E15-90C0-166F29E8A415}" destId="{C6BA5C90-1405-4909-8336-2D3CDF6F33DA}" srcOrd="6" destOrd="0" parTransId="{77E0F025-10D9-402D-8AF7-8EA14A9434CE}" sibTransId="{7CCD8052-D943-42D6-B086-2E72F396E44E}"/>
    <dgm:cxn modelId="{F0A3BE5D-2757-4C95-9628-2839A268CFBF}" type="presOf" srcId="{C6BA5C90-1405-4909-8336-2D3CDF6F33DA}" destId="{997D9CFA-7554-44B4-9405-55A7CC5699D3}" srcOrd="0" destOrd="0" presId="urn:microsoft.com/office/officeart/2005/8/layout/default"/>
    <dgm:cxn modelId="{38EC1860-BD72-4BCC-9EDD-4807C47D199F}" srcId="{E53A1DD2-BF56-4E15-90C0-166F29E8A415}" destId="{85CB14A8-44CC-4104-B13A-8FF2E1AAD23B}" srcOrd="4" destOrd="0" parTransId="{DB38A57C-E6D3-4953-BFBB-E1F9DC084612}" sibTransId="{0DFC6E74-112C-4C75-A898-51ADF0D91763}"/>
    <dgm:cxn modelId="{BAF80768-2140-4019-8730-1431BFB65E87}" type="presOf" srcId="{DA62A3A6-1BE3-4E5D-BD22-FD850A722ACC}" destId="{226BE3D3-FBEC-4CDD-8F1D-45C3049B91C2}" srcOrd="0" destOrd="0" presId="urn:microsoft.com/office/officeart/2005/8/layout/default"/>
    <dgm:cxn modelId="{50A8F04C-6065-4C80-82E8-3FCE58706B25}" srcId="{E53A1DD2-BF56-4E15-90C0-166F29E8A415}" destId="{2BB706E4-FAD1-4E7F-BB3D-5E648581C37B}" srcOrd="9" destOrd="0" parTransId="{DFC96457-FC62-4D16-B8B8-985DC4269C6D}" sibTransId="{28FA67B4-C19F-4C7B-866D-BBF2346DCFCE}"/>
    <dgm:cxn modelId="{CA139E72-EDE1-43E0-9528-E91A77359E9F}" srcId="{E53A1DD2-BF56-4E15-90C0-166F29E8A415}" destId="{D76E3E89-2F6C-4471-AA22-3A4734BEF49B}" srcOrd="5" destOrd="0" parTransId="{A61F834A-E5D3-4CE1-8E99-4948A62C6E7E}" sibTransId="{1FA30F55-E0FF-47C8-82CD-0DBEFB9A5E9C}"/>
    <dgm:cxn modelId="{C5574076-924A-423C-912F-E04B1B932BE1}" type="presOf" srcId="{864EE570-5D21-4CDB-8E65-6F63DB029546}" destId="{5E7D4463-B96F-4C89-99F2-5275F182D6BB}" srcOrd="0" destOrd="0" presId="urn:microsoft.com/office/officeart/2005/8/layout/default"/>
    <dgm:cxn modelId="{D3016F77-D2E7-410E-A095-B570DA0CC30D}" type="presOf" srcId="{E53A1DD2-BF56-4E15-90C0-166F29E8A415}" destId="{13BE8772-14A0-45BD-8B13-0D4C93227E8E}" srcOrd="0" destOrd="0" presId="urn:microsoft.com/office/officeart/2005/8/layout/default"/>
    <dgm:cxn modelId="{8B7D617C-90A1-464E-BAA3-38FB7B0E16BB}" type="presOf" srcId="{14FAF014-7CA7-4C63-A6DA-0451D5B88AE1}" destId="{73891D45-27D4-4609-A07B-4E79ECC2E7BE}" srcOrd="0" destOrd="0" presId="urn:microsoft.com/office/officeart/2005/8/layout/default"/>
    <dgm:cxn modelId="{A96DA886-A74D-4830-9B66-F6E609A04C18}" type="presOf" srcId="{D76E3E89-2F6C-4471-AA22-3A4734BEF49B}" destId="{E15FAA2F-AABB-4222-BD48-9A4F5ECC5ABB}" srcOrd="0" destOrd="0" presId="urn:microsoft.com/office/officeart/2005/8/layout/default"/>
    <dgm:cxn modelId="{90480BA2-7698-4862-9694-833B97DE624F}" type="presOf" srcId="{9720F3EF-BCCA-446A-B513-DD27C5E25BC0}" destId="{2FE69473-D0FC-41B4-BE1E-4CE4231AE972}" srcOrd="0" destOrd="0" presId="urn:microsoft.com/office/officeart/2005/8/layout/default"/>
    <dgm:cxn modelId="{8C7424AC-2902-437F-A3EB-5F6F406F37C4}" srcId="{E53A1DD2-BF56-4E15-90C0-166F29E8A415}" destId="{9720F3EF-BCCA-446A-B513-DD27C5E25BC0}" srcOrd="11" destOrd="0" parTransId="{9558851A-5C07-4AC1-82A8-23890D8C57FF}" sibTransId="{C09B2DE8-4FB2-41AC-85E3-48E086AC9B9D}"/>
    <dgm:cxn modelId="{56A5E5B9-28C8-4F50-A7FF-7AAD4492E43E}" srcId="{E53A1DD2-BF56-4E15-90C0-166F29E8A415}" destId="{E521C522-CB7D-465B-B6A3-339C843FBC20}" srcOrd="10" destOrd="0" parTransId="{2B6A32B3-D24B-4CDB-BF5A-E0EE3EF3AE26}" sibTransId="{05DDD94B-DF81-4B4D-A088-6C21F68B25AC}"/>
    <dgm:cxn modelId="{E9224BCB-3397-4F1E-AECB-AE73EB4E74FB}" srcId="{E53A1DD2-BF56-4E15-90C0-166F29E8A415}" destId="{D35B1694-741E-47F0-B87C-0A87D6F9C265}" srcOrd="8" destOrd="0" parTransId="{0307F617-4872-4DF9-A4B7-15373B9F1223}" sibTransId="{CA206BFC-6527-4773-96D3-9B08D2178DCB}"/>
    <dgm:cxn modelId="{D3727DDB-88BD-48F9-8F78-F3A4FA5B6EAF}" srcId="{E53A1DD2-BF56-4E15-90C0-166F29E8A415}" destId="{DA62A3A6-1BE3-4E5D-BD22-FD850A722ACC}" srcOrd="3" destOrd="0" parTransId="{424F0458-654E-4250-B7FF-28A19724BB46}" sibTransId="{7C57145C-BD4D-4121-AC55-D4C1F0A7C99A}"/>
    <dgm:cxn modelId="{AEE937DE-5D19-460A-8700-6F9A2AF88CE8}" srcId="{E53A1DD2-BF56-4E15-90C0-166F29E8A415}" destId="{F765C7C2-49B0-46F2-B13D-63F9EEB957D3}" srcOrd="0" destOrd="0" parTransId="{626D03E3-1B7E-4297-97E8-583E0244711A}" sibTransId="{5E0EB14D-E11B-4CB8-A32A-D80691084B96}"/>
    <dgm:cxn modelId="{FDF78EEC-DA46-47A1-AB74-01CEEDE885D0}" type="presOf" srcId="{D35B1694-741E-47F0-B87C-0A87D6F9C265}" destId="{875577BD-1F77-43DF-B078-0E036E693023}" srcOrd="0" destOrd="0" presId="urn:microsoft.com/office/officeart/2005/8/layout/default"/>
    <dgm:cxn modelId="{DD7E89FA-80F4-41F9-9B8C-8749BE603189}" srcId="{E53A1DD2-BF56-4E15-90C0-166F29E8A415}" destId="{864EE570-5D21-4CDB-8E65-6F63DB029546}" srcOrd="7" destOrd="0" parTransId="{CB60929D-7040-4DE2-AEBD-BC7FD4CED2F6}" sibTransId="{93C6F0B1-9433-4C59-B523-E518B86F17D2}"/>
    <dgm:cxn modelId="{DB9FD0FF-3CA4-4349-8688-DF3D06549612}" srcId="{E53A1DD2-BF56-4E15-90C0-166F29E8A415}" destId="{14FAF014-7CA7-4C63-A6DA-0451D5B88AE1}" srcOrd="1" destOrd="0" parTransId="{C7EE39C4-6D3A-4F7A-8C16-B8BB76B6C598}" sibTransId="{BA256DE8-2F9A-45CE-AB16-9A258C2F0064}"/>
    <dgm:cxn modelId="{B63F0D79-0DD4-45CF-95DE-4CF02ECAA4F1}" type="presParOf" srcId="{13BE8772-14A0-45BD-8B13-0D4C93227E8E}" destId="{7F34591F-3485-407A-A7C1-AE70886DAC9C}" srcOrd="0" destOrd="0" presId="urn:microsoft.com/office/officeart/2005/8/layout/default"/>
    <dgm:cxn modelId="{4DEB4CB7-3DB0-427A-A87C-2C429F23DD0E}" type="presParOf" srcId="{13BE8772-14A0-45BD-8B13-0D4C93227E8E}" destId="{36967BBF-3E5A-4A61-9E4D-8730F259394E}" srcOrd="1" destOrd="0" presId="urn:microsoft.com/office/officeart/2005/8/layout/default"/>
    <dgm:cxn modelId="{1D44A434-4473-437A-AEEA-470A9FD69A8C}" type="presParOf" srcId="{13BE8772-14A0-45BD-8B13-0D4C93227E8E}" destId="{73891D45-27D4-4609-A07B-4E79ECC2E7BE}" srcOrd="2" destOrd="0" presId="urn:microsoft.com/office/officeart/2005/8/layout/default"/>
    <dgm:cxn modelId="{15AF2C2E-C10A-46AE-B08E-7344BCF8E3E1}" type="presParOf" srcId="{13BE8772-14A0-45BD-8B13-0D4C93227E8E}" destId="{CF2CD1DD-6506-4C73-B4CF-F02E76BB5B36}" srcOrd="3" destOrd="0" presId="urn:microsoft.com/office/officeart/2005/8/layout/default"/>
    <dgm:cxn modelId="{77B4C1E8-737E-47F8-ADF7-CBD13C1C589D}" type="presParOf" srcId="{13BE8772-14A0-45BD-8B13-0D4C93227E8E}" destId="{EF8AF640-6261-469B-98B6-E690A58A4A70}" srcOrd="4" destOrd="0" presId="urn:microsoft.com/office/officeart/2005/8/layout/default"/>
    <dgm:cxn modelId="{A3FB6B64-3297-4998-92C5-DD2E8328DC32}" type="presParOf" srcId="{13BE8772-14A0-45BD-8B13-0D4C93227E8E}" destId="{1B6BC9B0-D07E-4E75-9438-4285489C0BC3}" srcOrd="5" destOrd="0" presId="urn:microsoft.com/office/officeart/2005/8/layout/default"/>
    <dgm:cxn modelId="{1FE6BEA3-D299-4DB5-B296-300AA6E027D0}" type="presParOf" srcId="{13BE8772-14A0-45BD-8B13-0D4C93227E8E}" destId="{226BE3D3-FBEC-4CDD-8F1D-45C3049B91C2}" srcOrd="6" destOrd="0" presId="urn:microsoft.com/office/officeart/2005/8/layout/default"/>
    <dgm:cxn modelId="{317E0691-68DB-488A-B33A-7D902AF0E711}" type="presParOf" srcId="{13BE8772-14A0-45BD-8B13-0D4C93227E8E}" destId="{9DFF2B0E-D8D9-4609-AF32-8BB676083FC5}" srcOrd="7" destOrd="0" presId="urn:microsoft.com/office/officeart/2005/8/layout/default"/>
    <dgm:cxn modelId="{A1CE283F-62BF-4C12-9C2F-87EA6F0E1865}" type="presParOf" srcId="{13BE8772-14A0-45BD-8B13-0D4C93227E8E}" destId="{DE3720F8-DA36-43F1-A9CF-1A1D23A0DFB9}" srcOrd="8" destOrd="0" presId="urn:microsoft.com/office/officeart/2005/8/layout/default"/>
    <dgm:cxn modelId="{B8C77D61-C612-4D61-8F6F-2444FA72521E}" type="presParOf" srcId="{13BE8772-14A0-45BD-8B13-0D4C93227E8E}" destId="{FBA16000-2B41-42A9-B017-38271677A740}" srcOrd="9" destOrd="0" presId="urn:microsoft.com/office/officeart/2005/8/layout/default"/>
    <dgm:cxn modelId="{9E16F392-B324-48E4-895C-6098822143F9}" type="presParOf" srcId="{13BE8772-14A0-45BD-8B13-0D4C93227E8E}" destId="{E15FAA2F-AABB-4222-BD48-9A4F5ECC5ABB}" srcOrd="10" destOrd="0" presId="urn:microsoft.com/office/officeart/2005/8/layout/default"/>
    <dgm:cxn modelId="{698F344A-D857-4922-B95E-B1802D274DC9}" type="presParOf" srcId="{13BE8772-14A0-45BD-8B13-0D4C93227E8E}" destId="{FC81BC91-6A84-427D-A288-5B050C524AF5}" srcOrd="11" destOrd="0" presId="urn:microsoft.com/office/officeart/2005/8/layout/default"/>
    <dgm:cxn modelId="{1371625A-1A42-4233-B9EE-4916DE44ED46}" type="presParOf" srcId="{13BE8772-14A0-45BD-8B13-0D4C93227E8E}" destId="{997D9CFA-7554-44B4-9405-55A7CC5699D3}" srcOrd="12" destOrd="0" presId="urn:microsoft.com/office/officeart/2005/8/layout/default"/>
    <dgm:cxn modelId="{182861FF-FFB8-44E5-A9FE-565FC33C8731}" type="presParOf" srcId="{13BE8772-14A0-45BD-8B13-0D4C93227E8E}" destId="{3E6FF9FD-B240-45D3-B203-0CBA8E46680D}" srcOrd="13" destOrd="0" presId="urn:microsoft.com/office/officeart/2005/8/layout/default"/>
    <dgm:cxn modelId="{0BF16A5D-FC30-4E04-856A-3E09A7E7A0C8}" type="presParOf" srcId="{13BE8772-14A0-45BD-8B13-0D4C93227E8E}" destId="{5E7D4463-B96F-4C89-99F2-5275F182D6BB}" srcOrd="14" destOrd="0" presId="urn:microsoft.com/office/officeart/2005/8/layout/default"/>
    <dgm:cxn modelId="{9B703551-68D7-4CA3-89FF-BBD888B6F03A}" type="presParOf" srcId="{13BE8772-14A0-45BD-8B13-0D4C93227E8E}" destId="{62D38FAB-D8C8-4377-9405-58006DC3E38F}" srcOrd="15" destOrd="0" presId="urn:microsoft.com/office/officeart/2005/8/layout/default"/>
    <dgm:cxn modelId="{616CF86E-5C6F-455C-87E3-0748BA96AB94}" type="presParOf" srcId="{13BE8772-14A0-45BD-8B13-0D4C93227E8E}" destId="{875577BD-1F77-43DF-B078-0E036E693023}" srcOrd="16" destOrd="0" presId="urn:microsoft.com/office/officeart/2005/8/layout/default"/>
    <dgm:cxn modelId="{99B5ECBD-91A2-4CE1-AFE9-E07964E9725D}" type="presParOf" srcId="{13BE8772-14A0-45BD-8B13-0D4C93227E8E}" destId="{F503E38D-F116-4FA9-878D-63B0C0395B21}" srcOrd="17" destOrd="0" presId="urn:microsoft.com/office/officeart/2005/8/layout/default"/>
    <dgm:cxn modelId="{99F2BC38-D46F-4376-AF8C-A799497D0A46}" type="presParOf" srcId="{13BE8772-14A0-45BD-8B13-0D4C93227E8E}" destId="{0A90DE77-E52D-432E-862F-0D9792240A01}" srcOrd="18" destOrd="0" presId="urn:microsoft.com/office/officeart/2005/8/layout/default"/>
    <dgm:cxn modelId="{ABDB8AE7-C8AB-4891-91C7-4964A9A486B1}" type="presParOf" srcId="{13BE8772-14A0-45BD-8B13-0D4C93227E8E}" destId="{4D3736CF-4C9E-4F89-8AF3-A9599AA095C2}" srcOrd="19" destOrd="0" presId="urn:microsoft.com/office/officeart/2005/8/layout/default"/>
    <dgm:cxn modelId="{D81B8BE9-7A84-4E21-9DAC-FDEEAE518799}" type="presParOf" srcId="{13BE8772-14A0-45BD-8B13-0D4C93227E8E}" destId="{AA779D95-406B-4229-A0DE-9FB53E35EA20}" srcOrd="20" destOrd="0" presId="urn:microsoft.com/office/officeart/2005/8/layout/default"/>
    <dgm:cxn modelId="{B5B6C4EE-9E17-46EE-8D66-7EE4995406F9}" type="presParOf" srcId="{13BE8772-14A0-45BD-8B13-0D4C93227E8E}" destId="{D3D35AC5-0A98-4DB6-91B2-43C70150BA5E}" srcOrd="21" destOrd="0" presId="urn:microsoft.com/office/officeart/2005/8/layout/default"/>
    <dgm:cxn modelId="{9AC15FE9-BF4A-43B7-A7E5-7A221B3776B3}" type="presParOf" srcId="{13BE8772-14A0-45BD-8B13-0D4C93227E8E}" destId="{2FE69473-D0FC-41B4-BE1E-4CE4231AE972}" srcOrd="2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530CC19-85AC-480B-A996-B8A3284150A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1801D5C-A52B-4634-AC2D-FE04697FE837}">
      <dgm:prSet/>
      <dgm:spPr>
        <a:solidFill>
          <a:schemeClr val="bg2">
            <a:lumMod val="50000"/>
            <a:lumOff val="50000"/>
          </a:schemeClr>
        </a:solidFill>
      </dgm:spPr>
      <dgm:t>
        <a:bodyPr/>
        <a:lstStyle/>
        <a:p>
          <a:pPr>
            <a:lnSpc>
              <a:spcPct val="100000"/>
            </a:lnSpc>
          </a:pPr>
          <a:r>
            <a:rPr lang="en-IN" b="1"/>
            <a:t>4. Deep Learning for Aspect-Based Sentiment Analysis</a:t>
          </a:r>
          <a:r>
            <a:rPr lang="da-DK" b="1"/>
            <a:t> (</a:t>
          </a:r>
          <a:r>
            <a:rPr lang="en-US" b="1"/>
            <a:t>H.J. Lee</a:t>
          </a:r>
          <a:r>
            <a:rPr lang="da-DK" b="1"/>
            <a:t>)</a:t>
          </a:r>
          <a:endParaRPr lang="en-US"/>
        </a:p>
      </dgm:t>
    </dgm:pt>
    <dgm:pt modelId="{127CF85A-BAF0-4E2A-A65A-EF3BA3604719}" type="parTrans" cxnId="{8D4D134C-DC0E-413A-AFA0-E6562A6CC846}">
      <dgm:prSet/>
      <dgm:spPr/>
      <dgm:t>
        <a:bodyPr/>
        <a:lstStyle/>
        <a:p>
          <a:endParaRPr lang="en-US"/>
        </a:p>
      </dgm:t>
    </dgm:pt>
    <dgm:pt modelId="{A2951C86-A109-4E39-8243-F3A6750AF75B}" type="sibTrans" cxnId="{8D4D134C-DC0E-413A-AFA0-E6562A6CC846}">
      <dgm:prSet/>
      <dgm:spPr/>
      <dgm:t>
        <a:bodyPr/>
        <a:lstStyle/>
        <a:p>
          <a:endParaRPr lang="en-US"/>
        </a:p>
      </dgm:t>
    </dgm:pt>
    <dgm:pt modelId="{C5CF0C73-016D-45F4-9BAC-648A137280C8}">
      <dgm:prSet/>
      <dgm:spPr>
        <a:solidFill>
          <a:schemeClr val="bg2">
            <a:lumMod val="50000"/>
            <a:lumOff val="50000"/>
          </a:schemeClr>
        </a:solidFill>
      </dgm:spPr>
      <dgm:t>
        <a:bodyPr/>
        <a:lstStyle/>
        <a:p>
          <a:pPr>
            <a:lnSpc>
              <a:spcPct val="100000"/>
            </a:lnSpc>
          </a:pPr>
          <a:r>
            <a:rPr lang="en-IN" dirty="0"/>
            <a:t>• </a:t>
          </a:r>
          <a:r>
            <a:rPr lang="en-IN" b="1" dirty="0"/>
            <a:t>Approach:</a:t>
          </a:r>
          <a:r>
            <a:rPr lang="en-IN" dirty="0"/>
            <a:t> </a:t>
          </a:r>
          <a:r>
            <a:rPr lang="en-US" dirty="0"/>
            <a:t>Uses deep learning models </a:t>
          </a:r>
          <a:r>
            <a:rPr lang="en-US" b="1" dirty="0"/>
            <a:t>(</a:t>
          </a:r>
          <a:r>
            <a:rPr lang="en-US" b="1" dirty="0" err="1"/>
            <a:t>BiLSTM</a:t>
          </a:r>
          <a:r>
            <a:rPr lang="en-US" b="1" dirty="0"/>
            <a:t>, CNN, and Transformer-based models) </a:t>
          </a:r>
          <a:r>
            <a:rPr lang="en-US" dirty="0"/>
            <a:t>to extract aspects and predict sentiment.</a:t>
          </a:r>
        </a:p>
      </dgm:t>
    </dgm:pt>
    <dgm:pt modelId="{86028405-DA0D-49BB-B280-D5C842F481EE}" type="parTrans" cxnId="{F003176C-96A0-4E97-9F6E-E7ECCE570B28}">
      <dgm:prSet/>
      <dgm:spPr/>
      <dgm:t>
        <a:bodyPr/>
        <a:lstStyle/>
        <a:p>
          <a:endParaRPr lang="en-US"/>
        </a:p>
      </dgm:t>
    </dgm:pt>
    <dgm:pt modelId="{5278CA28-08F7-41FE-9926-831A6FBF1896}" type="sibTrans" cxnId="{F003176C-96A0-4E97-9F6E-E7ECCE570B28}">
      <dgm:prSet/>
      <dgm:spPr/>
      <dgm:t>
        <a:bodyPr/>
        <a:lstStyle/>
        <a:p>
          <a:endParaRPr lang="en-US"/>
        </a:p>
      </dgm:t>
    </dgm:pt>
    <dgm:pt modelId="{8C87E924-5CC0-4387-9621-7C89346F6292}">
      <dgm:prSet/>
      <dgm:spPr>
        <a:solidFill>
          <a:schemeClr val="bg2">
            <a:lumMod val="50000"/>
            <a:lumOff val="50000"/>
          </a:schemeClr>
        </a:solidFill>
      </dgm:spPr>
      <dgm:t>
        <a:bodyPr/>
        <a:lstStyle/>
        <a:p>
          <a:pPr>
            <a:lnSpc>
              <a:spcPct val="100000"/>
            </a:lnSpc>
          </a:pPr>
          <a:r>
            <a:rPr lang="en-IN"/>
            <a:t>• </a:t>
          </a:r>
          <a:r>
            <a:rPr lang="en-IN" b="1"/>
            <a:t>Limitations:</a:t>
          </a:r>
          <a:r>
            <a:rPr lang="en-IN"/>
            <a:t> </a:t>
          </a:r>
          <a:r>
            <a:rPr lang="en-US"/>
            <a:t>Computationally expensive and </a:t>
          </a:r>
          <a:r>
            <a:rPr lang="en-US" b="1"/>
            <a:t>requires extensive labeled data, c</a:t>
          </a:r>
          <a:r>
            <a:rPr lang="en-US"/>
            <a:t>an misinterpret </a:t>
          </a:r>
          <a:r>
            <a:rPr lang="en-US" b="1"/>
            <a:t>ambiguous or mixed reviews.</a:t>
          </a:r>
          <a:endParaRPr lang="en-US"/>
        </a:p>
      </dgm:t>
    </dgm:pt>
    <dgm:pt modelId="{062E4CFC-5041-47B3-A88A-FECBA82AE2A6}" type="parTrans" cxnId="{D9B51AD6-6F0D-47B2-9C24-A38D90394D88}">
      <dgm:prSet/>
      <dgm:spPr/>
      <dgm:t>
        <a:bodyPr/>
        <a:lstStyle/>
        <a:p>
          <a:endParaRPr lang="en-US"/>
        </a:p>
      </dgm:t>
    </dgm:pt>
    <dgm:pt modelId="{F6B46A63-0EAA-4B98-933D-507E53FA9A2A}" type="sibTrans" cxnId="{D9B51AD6-6F0D-47B2-9C24-A38D90394D88}">
      <dgm:prSet/>
      <dgm:spPr/>
      <dgm:t>
        <a:bodyPr/>
        <a:lstStyle/>
        <a:p>
          <a:endParaRPr lang="en-US"/>
        </a:p>
      </dgm:t>
    </dgm:pt>
    <dgm:pt modelId="{B73E6DE2-C693-4D16-A424-9E2890AAF20D}">
      <dgm:prSet/>
      <dgm:spPr>
        <a:solidFill>
          <a:schemeClr val="bg2">
            <a:lumMod val="50000"/>
            <a:lumOff val="50000"/>
          </a:schemeClr>
        </a:solidFill>
      </dgm:spPr>
      <dgm:t>
        <a:bodyPr/>
        <a:lstStyle/>
        <a:p>
          <a:pPr>
            <a:lnSpc>
              <a:spcPct val="100000"/>
            </a:lnSpc>
          </a:pPr>
          <a:r>
            <a:rPr lang="en-IN"/>
            <a:t>• </a:t>
          </a:r>
          <a:r>
            <a:rPr lang="en-IN" b="1"/>
            <a:t>Accuracy:</a:t>
          </a:r>
          <a:r>
            <a:rPr lang="en-IN"/>
            <a:t> </a:t>
          </a:r>
          <a:r>
            <a:rPr lang="en-IN" b="1"/>
            <a:t>Aspect Sentiment Detection Accuracy: </a:t>
          </a:r>
          <a:r>
            <a:rPr lang="en-IN"/>
            <a:t>~80-90% in large datasets, </a:t>
          </a:r>
          <a:r>
            <a:rPr lang="en-US"/>
            <a:t>struggles with </a:t>
          </a:r>
          <a:r>
            <a:rPr lang="en-US" b="1"/>
            <a:t>low-resource languages and short-text reviews.</a:t>
          </a:r>
          <a:br>
            <a:rPr lang="en-IN"/>
          </a:br>
          <a:endParaRPr lang="en-US"/>
        </a:p>
      </dgm:t>
    </dgm:pt>
    <dgm:pt modelId="{49582050-1192-4229-85FA-676721AC313C}" type="parTrans" cxnId="{44759F35-4547-4472-9B62-89046DE6349E}">
      <dgm:prSet/>
      <dgm:spPr/>
      <dgm:t>
        <a:bodyPr/>
        <a:lstStyle/>
        <a:p>
          <a:endParaRPr lang="en-US"/>
        </a:p>
      </dgm:t>
    </dgm:pt>
    <dgm:pt modelId="{CA16DD62-5B7D-4A98-86D6-5410EEFCF75B}" type="sibTrans" cxnId="{44759F35-4547-4472-9B62-89046DE6349E}">
      <dgm:prSet/>
      <dgm:spPr/>
      <dgm:t>
        <a:bodyPr/>
        <a:lstStyle/>
        <a:p>
          <a:endParaRPr lang="en-US"/>
        </a:p>
      </dgm:t>
    </dgm:pt>
    <dgm:pt modelId="{4A8DD7D2-C47A-4909-9BB4-28FBB84A930A}">
      <dgm:prSet/>
      <dgm:spPr>
        <a:solidFill>
          <a:schemeClr val="bg2">
            <a:lumMod val="50000"/>
            <a:lumOff val="50000"/>
          </a:schemeClr>
        </a:solidFill>
      </dgm:spPr>
      <dgm:t>
        <a:bodyPr/>
        <a:lstStyle/>
        <a:p>
          <a:pPr>
            <a:lnSpc>
              <a:spcPct val="100000"/>
            </a:lnSpc>
          </a:pPr>
          <a:r>
            <a:rPr lang="en-IN" b="1" dirty="0"/>
            <a:t>5. </a:t>
          </a:r>
          <a:r>
            <a:rPr lang="en-US" b="1" dirty="0"/>
            <a:t>Aspect-Based Opinion Mining in Healthcare (Rana et al.)</a:t>
          </a:r>
          <a:endParaRPr lang="en-US" dirty="0"/>
        </a:p>
      </dgm:t>
    </dgm:pt>
    <dgm:pt modelId="{51A9097C-6DED-420E-976B-B59555938CE0}" type="parTrans" cxnId="{C3610235-1098-4B9C-AAA2-BBDFE159E2D0}">
      <dgm:prSet/>
      <dgm:spPr/>
      <dgm:t>
        <a:bodyPr/>
        <a:lstStyle/>
        <a:p>
          <a:endParaRPr lang="en-US"/>
        </a:p>
      </dgm:t>
    </dgm:pt>
    <dgm:pt modelId="{3BFC1E1A-6C0A-49E0-95A2-898FADF4112B}" type="sibTrans" cxnId="{C3610235-1098-4B9C-AAA2-BBDFE159E2D0}">
      <dgm:prSet/>
      <dgm:spPr/>
      <dgm:t>
        <a:bodyPr/>
        <a:lstStyle/>
        <a:p>
          <a:endParaRPr lang="en-US"/>
        </a:p>
      </dgm:t>
    </dgm:pt>
    <dgm:pt modelId="{58FE4B02-AF97-42EA-B59E-B52E2C612A84}">
      <dgm:prSet/>
      <dgm:spPr>
        <a:solidFill>
          <a:schemeClr val="bg2">
            <a:lumMod val="50000"/>
            <a:lumOff val="50000"/>
          </a:schemeClr>
        </a:solidFill>
      </dgm:spPr>
      <dgm:t>
        <a:bodyPr/>
        <a:lstStyle/>
        <a:p>
          <a:pPr>
            <a:lnSpc>
              <a:spcPct val="100000"/>
            </a:lnSpc>
          </a:pPr>
          <a:r>
            <a:rPr lang="en-IN"/>
            <a:t>• </a:t>
          </a:r>
          <a:r>
            <a:rPr lang="en-IN" b="1"/>
            <a:t>Approach:</a:t>
          </a:r>
          <a:r>
            <a:rPr lang="en-IN"/>
            <a:t> </a:t>
          </a:r>
          <a:r>
            <a:rPr lang="en-US"/>
            <a:t>Uses NLP and sentiment analysis to evaluate </a:t>
          </a:r>
          <a:r>
            <a:rPr lang="en-US" b="1"/>
            <a:t>healthcare-related </a:t>
          </a:r>
          <a:r>
            <a:rPr lang="en-US"/>
            <a:t>patient reviews.</a:t>
          </a:r>
        </a:p>
      </dgm:t>
    </dgm:pt>
    <dgm:pt modelId="{F894DAE9-612E-407D-9FDC-9277C07B448A}" type="parTrans" cxnId="{55032725-D284-457F-A7AC-A867BFBF7391}">
      <dgm:prSet/>
      <dgm:spPr/>
      <dgm:t>
        <a:bodyPr/>
        <a:lstStyle/>
        <a:p>
          <a:endParaRPr lang="en-US"/>
        </a:p>
      </dgm:t>
    </dgm:pt>
    <dgm:pt modelId="{18456C2A-6B1C-4E50-8FC4-3429AE8E7F66}" type="sibTrans" cxnId="{55032725-D284-457F-A7AC-A867BFBF7391}">
      <dgm:prSet/>
      <dgm:spPr/>
      <dgm:t>
        <a:bodyPr/>
        <a:lstStyle/>
        <a:p>
          <a:endParaRPr lang="en-US"/>
        </a:p>
      </dgm:t>
    </dgm:pt>
    <dgm:pt modelId="{59CA38B0-EFF5-417C-9E64-4716C45EB1D1}">
      <dgm:prSet/>
      <dgm:spPr>
        <a:solidFill>
          <a:schemeClr val="bg2">
            <a:lumMod val="50000"/>
            <a:lumOff val="50000"/>
          </a:schemeClr>
        </a:solidFill>
      </dgm:spPr>
      <dgm:t>
        <a:bodyPr/>
        <a:lstStyle/>
        <a:p>
          <a:pPr>
            <a:lnSpc>
              <a:spcPct val="100000"/>
            </a:lnSpc>
          </a:pPr>
          <a:r>
            <a:rPr lang="en-IN" dirty="0"/>
            <a:t>• </a:t>
          </a:r>
          <a:r>
            <a:rPr lang="en-IN" b="1" dirty="0"/>
            <a:t>Limitations: </a:t>
          </a:r>
          <a:r>
            <a:rPr lang="en-US" dirty="0"/>
            <a:t>Relies on </a:t>
          </a:r>
          <a:r>
            <a:rPr lang="en-US" b="1" dirty="0"/>
            <a:t>predefined aspect categories</a:t>
          </a:r>
          <a:r>
            <a:rPr lang="en-US" dirty="0"/>
            <a:t>, limiting flexibility, faces challenges in </a:t>
          </a:r>
          <a:r>
            <a:rPr lang="en-US" b="1" dirty="0"/>
            <a:t>multilingual reviews </a:t>
          </a:r>
          <a:r>
            <a:rPr lang="en-US" dirty="0"/>
            <a:t>(e.g., Hindi-English mix).</a:t>
          </a:r>
        </a:p>
      </dgm:t>
    </dgm:pt>
    <dgm:pt modelId="{38ABEFD2-C8C2-4A87-87EE-33A99AB658E0}" type="parTrans" cxnId="{30709739-4A50-4430-885E-382E1FD8C5B0}">
      <dgm:prSet/>
      <dgm:spPr/>
      <dgm:t>
        <a:bodyPr/>
        <a:lstStyle/>
        <a:p>
          <a:endParaRPr lang="en-US"/>
        </a:p>
      </dgm:t>
    </dgm:pt>
    <dgm:pt modelId="{59EB368E-F57C-4872-98CB-187F4B585086}" type="sibTrans" cxnId="{30709739-4A50-4430-885E-382E1FD8C5B0}">
      <dgm:prSet/>
      <dgm:spPr/>
      <dgm:t>
        <a:bodyPr/>
        <a:lstStyle/>
        <a:p>
          <a:endParaRPr lang="en-US"/>
        </a:p>
      </dgm:t>
    </dgm:pt>
    <dgm:pt modelId="{1BA60611-2920-4E69-A53B-A859B71262B1}">
      <dgm:prSet/>
      <dgm:spPr>
        <a:solidFill>
          <a:schemeClr val="bg2">
            <a:lumMod val="50000"/>
            <a:lumOff val="50000"/>
          </a:schemeClr>
        </a:solidFill>
      </dgm:spPr>
      <dgm:t>
        <a:bodyPr/>
        <a:lstStyle/>
        <a:p>
          <a:pPr>
            <a:lnSpc>
              <a:spcPct val="100000"/>
            </a:lnSpc>
          </a:pPr>
          <a:r>
            <a:rPr lang="en-IN" dirty="0"/>
            <a:t>• </a:t>
          </a:r>
          <a:r>
            <a:rPr lang="en-IN" b="1" dirty="0"/>
            <a:t>Performance: Aspect Identification Accuracy: </a:t>
          </a:r>
          <a:r>
            <a:rPr lang="en-IN" dirty="0"/>
            <a:t>~85%, </a:t>
          </a:r>
          <a:r>
            <a:rPr lang="en-IN" b="1" dirty="0"/>
            <a:t>Sentiment Classification Accuracy: </a:t>
          </a:r>
          <a:r>
            <a:rPr lang="en-IN" dirty="0"/>
            <a:t>~80%.</a:t>
          </a:r>
          <a:br>
            <a:rPr lang="en-IN" dirty="0"/>
          </a:br>
          <a:endParaRPr lang="en-US" dirty="0"/>
        </a:p>
      </dgm:t>
    </dgm:pt>
    <dgm:pt modelId="{D649EBE1-2DAD-4FDA-84C1-AB8ED4CFD39E}" type="parTrans" cxnId="{19273AC7-BD52-441A-8245-ECFEEB2D641C}">
      <dgm:prSet/>
      <dgm:spPr/>
      <dgm:t>
        <a:bodyPr/>
        <a:lstStyle/>
        <a:p>
          <a:endParaRPr lang="en-US"/>
        </a:p>
      </dgm:t>
    </dgm:pt>
    <dgm:pt modelId="{5AC8F0A4-C25A-465F-9FA7-930AE67D7630}" type="sibTrans" cxnId="{19273AC7-BD52-441A-8245-ECFEEB2D641C}">
      <dgm:prSet/>
      <dgm:spPr/>
      <dgm:t>
        <a:bodyPr/>
        <a:lstStyle/>
        <a:p>
          <a:endParaRPr lang="en-US"/>
        </a:p>
      </dgm:t>
    </dgm:pt>
    <dgm:pt modelId="{CE3629D5-5ED7-4E77-8608-9EDAA91B4C47}" type="pres">
      <dgm:prSet presAssocID="{3530CC19-85AC-480B-A996-B8A3284150A2}" presName="diagram" presStyleCnt="0">
        <dgm:presLayoutVars>
          <dgm:dir/>
          <dgm:resizeHandles val="exact"/>
        </dgm:presLayoutVars>
      </dgm:prSet>
      <dgm:spPr/>
    </dgm:pt>
    <dgm:pt modelId="{9F74E0FA-F186-42F4-8A05-EAAEA361F0B4}" type="pres">
      <dgm:prSet presAssocID="{71801D5C-A52B-4634-AC2D-FE04697FE837}" presName="node" presStyleLbl="node1" presStyleIdx="0" presStyleCnt="8">
        <dgm:presLayoutVars>
          <dgm:bulletEnabled val="1"/>
        </dgm:presLayoutVars>
      </dgm:prSet>
      <dgm:spPr/>
    </dgm:pt>
    <dgm:pt modelId="{8364C5F8-A609-4BFB-A47C-572F5136DB66}" type="pres">
      <dgm:prSet presAssocID="{A2951C86-A109-4E39-8243-F3A6750AF75B}" presName="sibTrans" presStyleCnt="0"/>
      <dgm:spPr/>
    </dgm:pt>
    <dgm:pt modelId="{8DE09B04-4DE1-4A3B-8FE0-EDF8FD65A78C}" type="pres">
      <dgm:prSet presAssocID="{C5CF0C73-016D-45F4-9BAC-648A137280C8}" presName="node" presStyleLbl="node1" presStyleIdx="1" presStyleCnt="8">
        <dgm:presLayoutVars>
          <dgm:bulletEnabled val="1"/>
        </dgm:presLayoutVars>
      </dgm:prSet>
      <dgm:spPr/>
    </dgm:pt>
    <dgm:pt modelId="{F4C660EC-A330-4B23-BD86-38E2A8A32C73}" type="pres">
      <dgm:prSet presAssocID="{5278CA28-08F7-41FE-9926-831A6FBF1896}" presName="sibTrans" presStyleCnt="0"/>
      <dgm:spPr/>
    </dgm:pt>
    <dgm:pt modelId="{17055715-8919-46F9-B109-5DEFEB1C7B79}" type="pres">
      <dgm:prSet presAssocID="{8C87E924-5CC0-4387-9621-7C89346F6292}" presName="node" presStyleLbl="node1" presStyleIdx="2" presStyleCnt="8">
        <dgm:presLayoutVars>
          <dgm:bulletEnabled val="1"/>
        </dgm:presLayoutVars>
      </dgm:prSet>
      <dgm:spPr/>
    </dgm:pt>
    <dgm:pt modelId="{77A50BCA-ADC5-479D-9705-EB2331CAD5DC}" type="pres">
      <dgm:prSet presAssocID="{F6B46A63-0EAA-4B98-933D-507E53FA9A2A}" presName="sibTrans" presStyleCnt="0"/>
      <dgm:spPr/>
    </dgm:pt>
    <dgm:pt modelId="{8E5B67D4-E417-4992-A28B-FC292EE8504E}" type="pres">
      <dgm:prSet presAssocID="{B73E6DE2-C693-4D16-A424-9E2890AAF20D}" presName="node" presStyleLbl="node1" presStyleIdx="3" presStyleCnt="8">
        <dgm:presLayoutVars>
          <dgm:bulletEnabled val="1"/>
        </dgm:presLayoutVars>
      </dgm:prSet>
      <dgm:spPr/>
    </dgm:pt>
    <dgm:pt modelId="{B6D2FE54-CFC7-47DB-82FA-953094444B88}" type="pres">
      <dgm:prSet presAssocID="{CA16DD62-5B7D-4A98-86D6-5410EEFCF75B}" presName="sibTrans" presStyleCnt="0"/>
      <dgm:spPr/>
    </dgm:pt>
    <dgm:pt modelId="{239F84C2-FA6A-4738-AA21-58B065674201}" type="pres">
      <dgm:prSet presAssocID="{4A8DD7D2-C47A-4909-9BB4-28FBB84A930A}" presName="node" presStyleLbl="node1" presStyleIdx="4" presStyleCnt="8">
        <dgm:presLayoutVars>
          <dgm:bulletEnabled val="1"/>
        </dgm:presLayoutVars>
      </dgm:prSet>
      <dgm:spPr/>
    </dgm:pt>
    <dgm:pt modelId="{0F591428-A7D3-4699-9635-A7B3670FF033}" type="pres">
      <dgm:prSet presAssocID="{3BFC1E1A-6C0A-49E0-95A2-898FADF4112B}" presName="sibTrans" presStyleCnt="0"/>
      <dgm:spPr/>
    </dgm:pt>
    <dgm:pt modelId="{2250B675-F5E0-47D9-8FD8-032E0489D075}" type="pres">
      <dgm:prSet presAssocID="{58FE4B02-AF97-42EA-B59E-B52E2C612A84}" presName="node" presStyleLbl="node1" presStyleIdx="5" presStyleCnt="8">
        <dgm:presLayoutVars>
          <dgm:bulletEnabled val="1"/>
        </dgm:presLayoutVars>
      </dgm:prSet>
      <dgm:spPr/>
    </dgm:pt>
    <dgm:pt modelId="{277EDB89-AB6F-4030-9E03-BB0739CE6E74}" type="pres">
      <dgm:prSet presAssocID="{18456C2A-6B1C-4E50-8FC4-3429AE8E7F66}" presName="sibTrans" presStyleCnt="0"/>
      <dgm:spPr/>
    </dgm:pt>
    <dgm:pt modelId="{979A35AA-BA08-4CA6-9C7A-AD5440389EF2}" type="pres">
      <dgm:prSet presAssocID="{59CA38B0-EFF5-417C-9E64-4716C45EB1D1}" presName="node" presStyleLbl="node1" presStyleIdx="6" presStyleCnt="8">
        <dgm:presLayoutVars>
          <dgm:bulletEnabled val="1"/>
        </dgm:presLayoutVars>
      </dgm:prSet>
      <dgm:spPr/>
    </dgm:pt>
    <dgm:pt modelId="{E6C422ED-DD57-4027-B6C1-0EE58E547D39}" type="pres">
      <dgm:prSet presAssocID="{59EB368E-F57C-4872-98CB-187F4B585086}" presName="sibTrans" presStyleCnt="0"/>
      <dgm:spPr/>
    </dgm:pt>
    <dgm:pt modelId="{3D2CB6D3-4D3B-4900-90FF-4F1436615C3D}" type="pres">
      <dgm:prSet presAssocID="{1BA60611-2920-4E69-A53B-A859B71262B1}" presName="node" presStyleLbl="node1" presStyleIdx="7" presStyleCnt="8">
        <dgm:presLayoutVars>
          <dgm:bulletEnabled val="1"/>
        </dgm:presLayoutVars>
      </dgm:prSet>
      <dgm:spPr/>
    </dgm:pt>
  </dgm:ptLst>
  <dgm:cxnLst>
    <dgm:cxn modelId="{6D291018-D3DE-48C4-B25E-3E005DB90932}" type="presOf" srcId="{58FE4B02-AF97-42EA-B59E-B52E2C612A84}" destId="{2250B675-F5E0-47D9-8FD8-032E0489D075}" srcOrd="0" destOrd="0" presId="urn:microsoft.com/office/officeart/2005/8/layout/default"/>
    <dgm:cxn modelId="{55032725-D284-457F-A7AC-A867BFBF7391}" srcId="{3530CC19-85AC-480B-A996-B8A3284150A2}" destId="{58FE4B02-AF97-42EA-B59E-B52E2C612A84}" srcOrd="5" destOrd="0" parTransId="{F894DAE9-612E-407D-9FDC-9277C07B448A}" sibTransId="{18456C2A-6B1C-4E50-8FC4-3429AE8E7F66}"/>
    <dgm:cxn modelId="{C3610235-1098-4B9C-AAA2-BBDFE159E2D0}" srcId="{3530CC19-85AC-480B-A996-B8A3284150A2}" destId="{4A8DD7D2-C47A-4909-9BB4-28FBB84A930A}" srcOrd="4" destOrd="0" parTransId="{51A9097C-6DED-420E-976B-B59555938CE0}" sibTransId="{3BFC1E1A-6C0A-49E0-95A2-898FADF4112B}"/>
    <dgm:cxn modelId="{44759F35-4547-4472-9B62-89046DE6349E}" srcId="{3530CC19-85AC-480B-A996-B8A3284150A2}" destId="{B73E6DE2-C693-4D16-A424-9E2890AAF20D}" srcOrd="3" destOrd="0" parTransId="{49582050-1192-4229-85FA-676721AC313C}" sibTransId="{CA16DD62-5B7D-4A98-86D6-5410EEFCF75B}"/>
    <dgm:cxn modelId="{30709739-4A50-4430-885E-382E1FD8C5B0}" srcId="{3530CC19-85AC-480B-A996-B8A3284150A2}" destId="{59CA38B0-EFF5-417C-9E64-4716C45EB1D1}" srcOrd="6" destOrd="0" parTransId="{38ABEFD2-C8C2-4A87-87EE-33A99AB658E0}" sibTransId="{59EB368E-F57C-4872-98CB-187F4B585086}"/>
    <dgm:cxn modelId="{A3D27761-A926-4FD6-A0FD-EE3C2B0BCC71}" type="presOf" srcId="{71801D5C-A52B-4634-AC2D-FE04697FE837}" destId="{9F74E0FA-F186-42F4-8A05-EAAEA361F0B4}" srcOrd="0" destOrd="0" presId="urn:microsoft.com/office/officeart/2005/8/layout/default"/>
    <dgm:cxn modelId="{0AD90562-CC6C-4F1E-9E15-B95FD6CFF438}" type="presOf" srcId="{4A8DD7D2-C47A-4909-9BB4-28FBB84A930A}" destId="{239F84C2-FA6A-4738-AA21-58B065674201}" srcOrd="0" destOrd="0" presId="urn:microsoft.com/office/officeart/2005/8/layout/default"/>
    <dgm:cxn modelId="{8D4D134C-DC0E-413A-AFA0-E6562A6CC846}" srcId="{3530CC19-85AC-480B-A996-B8A3284150A2}" destId="{71801D5C-A52B-4634-AC2D-FE04697FE837}" srcOrd="0" destOrd="0" parTransId="{127CF85A-BAF0-4E2A-A65A-EF3BA3604719}" sibTransId="{A2951C86-A109-4E39-8243-F3A6750AF75B}"/>
    <dgm:cxn modelId="{F003176C-96A0-4E97-9F6E-E7ECCE570B28}" srcId="{3530CC19-85AC-480B-A996-B8A3284150A2}" destId="{C5CF0C73-016D-45F4-9BAC-648A137280C8}" srcOrd="1" destOrd="0" parTransId="{86028405-DA0D-49BB-B280-D5C842F481EE}" sibTransId="{5278CA28-08F7-41FE-9926-831A6FBF1896}"/>
    <dgm:cxn modelId="{DAA94C90-1331-4EA2-BE03-286D0F0C5064}" type="presOf" srcId="{8C87E924-5CC0-4387-9621-7C89346F6292}" destId="{17055715-8919-46F9-B109-5DEFEB1C7B79}" srcOrd="0" destOrd="0" presId="urn:microsoft.com/office/officeart/2005/8/layout/default"/>
    <dgm:cxn modelId="{064463BE-2E6F-4B2F-B5F1-6D9D7EF63A68}" type="presOf" srcId="{B73E6DE2-C693-4D16-A424-9E2890AAF20D}" destId="{8E5B67D4-E417-4992-A28B-FC292EE8504E}" srcOrd="0" destOrd="0" presId="urn:microsoft.com/office/officeart/2005/8/layout/default"/>
    <dgm:cxn modelId="{19273AC7-BD52-441A-8245-ECFEEB2D641C}" srcId="{3530CC19-85AC-480B-A996-B8A3284150A2}" destId="{1BA60611-2920-4E69-A53B-A859B71262B1}" srcOrd="7" destOrd="0" parTransId="{D649EBE1-2DAD-4FDA-84C1-AB8ED4CFD39E}" sibTransId="{5AC8F0A4-C25A-465F-9FA7-930AE67D7630}"/>
    <dgm:cxn modelId="{FDD015CB-129F-4CEE-8980-8FD4E2A64562}" type="presOf" srcId="{1BA60611-2920-4E69-A53B-A859B71262B1}" destId="{3D2CB6D3-4D3B-4900-90FF-4F1436615C3D}" srcOrd="0" destOrd="0" presId="urn:microsoft.com/office/officeart/2005/8/layout/default"/>
    <dgm:cxn modelId="{8B5099CF-AA7C-401E-B3E4-D811E2D6F2B5}" type="presOf" srcId="{59CA38B0-EFF5-417C-9E64-4716C45EB1D1}" destId="{979A35AA-BA08-4CA6-9C7A-AD5440389EF2}" srcOrd="0" destOrd="0" presId="urn:microsoft.com/office/officeart/2005/8/layout/default"/>
    <dgm:cxn modelId="{D9B51AD6-6F0D-47B2-9C24-A38D90394D88}" srcId="{3530CC19-85AC-480B-A996-B8A3284150A2}" destId="{8C87E924-5CC0-4387-9621-7C89346F6292}" srcOrd="2" destOrd="0" parTransId="{062E4CFC-5041-47B3-A88A-FECBA82AE2A6}" sibTransId="{F6B46A63-0EAA-4B98-933D-507E53FA9A2A}"/>
    <dgm:cxn modelId="{F6629FDA-C10B-425F-9587-E8B2DC357359}" type="presOf" srcId="{C5CF0C73-016D-45F4-9BAC-648A137280C8}" destId="{8DE09B04-4DE1-4A3B-8FE0-EDF8FD65A78C}" srcOrd="0" destOrd="0" presId="urn:microsoft.com/office/officeart/2005/8/layout/default"/>
    <dgm:cxn modelId="{BB0380EE-F14C-404A-92A6-D85A08BA4891}" type="presOf" srcId="{3530CC19-85AC-480B-A996-B8A3284150A2}" destId="{CE3629D5-5ED7-4E77-8608-9EDAA91B4C47}" srcOrd="0" destOrd="0" presId="urn:microsoft.com/office/officeart/2005/8/layout/default"/>
    <dgm:cxn modelId="{9A636E9E-BB5B-4C48-BE81-28CB984E08A0}" type="presParOf" srcId="{CE3629D5-5ED7-4E77-8608-9EDAA91B4C47}" destId="{9F74E0FA-F186-42F4-8A05-EAAEA361F0B4}" srcOrd="0" destOrd="0" presId="urn:microsoft.com/office/officeart/2005/8/layout/default"/>
    <dgm:cxn modelId="{A89C4FCB-B843-4740-80A6-52381F234AF6}" type="presParOf" srcId="{CE3629D5-5ED7-4E77-8608-9EDAA91B4C47}" destId="{8364C5F8-A609-4BFB-A47C-572F5136DB66}" srcOrd="1" destOrd="0" presId="urn:microsoft.com/office/officeart/2005/8/layout/default"/>
    <dgm:cxn modelId="{06661AD4-15E8-42FC-9AC2-74646CD1B27C}" type="presParOf" srcId="{CE3629D5-5ED7-4E77-8608-9EDAA91B4C47}" destId="{8DE09B04-4DE1-4A3B-8FE0-EDF8FD65A78C}" srcOrd="2" destOrd="0" presId="urn:microsoft.com/office/officeart/2005/8/layout/default"/>
    <dgm:cxn modelId="{A867AE42-397D-4163-BD77-8EDAB3E8AA80}" type="presParOf" srcId="{CE3629D5-5ED7-4E77-8608-9EDAA91B4C47}" destId="{F4C660EC-A330-4B23-BD86-38E2A8A32C73}" srcOrd="3" destOrd="0" presId="urn:microsoft.com/office/officeart/2005/8/layout/default"/>
    <dgm:cxn modelId="{576B6A20-30BB-4DF8-90A0-8274B225F613}" type="presParOf" srcId="{CE3629D5-5ED7-4E77-8608-9EDAA91B4C47}" destId="{17055715-8919-46F9-B109-5DEFEB1C7B79}" srcOrd="4" destOrd="0" presId="urn:microsoft.com/office/officeart/2005/8/layout/default"/>
    <dgm:cxn modelId="{AE74EAB2-6A5B-4C1E-A5D2-C18CA2824228}" type="presParOf" srcId="{CE3629D5-5ED7-4E77-8608-9EDAA91B4C47}" destId="{77A50BCA-ADC5-479D-9705-EB2331CAD5DC}" srcOrd="5" destOrd="0" presId="urn:microsoft.com/office/officeart/2005/8/layout/default"/>
    <dgm:cxn modelId="{3CC06997-0C3F-46CD-9245-DBC872E1D54F}" type="presParOf" srcId="{CE3629D5-5ED7-4E77-8608-9EDAA91B4C47}" destId="{8E5B67D4-E417-4992-A28B-FC292EE8504E}" srcOrd="6" destOrd="0" presId="urn:microsoft.com/office/officeart/2005/8/layout/default"/>
    <dgm:cxn modelId="{BE006AD0-3B5D-47FB-90CE-8F8C157AD0B5}" type="presParOf" srcId="{CE3629D5-5ED7-4E77-8608-9EDAA91B4C47}" destId="{B6D2FE54-CFC7-47DB-82FA-953094444B88}" srcOrd="7" destOrd="0" presId="urn:microsoft.com/office/officeart/2005/8/layout/default"/>
    <dgm:cxn modelId="{B6D24508-DEAD-4683-B1E3-7F637C31B47F}" type="presParOf" srcId="{CE3629D5-5ED7-4E77-8608-9EDAA91B4C47}" destId="{239F84C2-FA6A-4738-AA21-58B065674201}" srcOrd="8" destOrd="0" presId="urn:microsoft.com/office/officeart/2005/8/layout/default"/>
    <dgm:cxn modelId="{51FF16E6-A858-4750-A22E-19649D919715}" type="presParOf" srcId="{CE3629D5-5ED7-4E77-8608-9EDAA91B4C47}" destId="{0F591428-A7D3-4699-9635-A7B3670FF033}" srcOrd="9" destOrd="0" presId="urn:microsoft.com/office/officeart/2005/8/layout/default"/>
    <dgm:cxn modelId="{0482215B-4028-485E-8186-B39979906C53}" type="presParOf" srcId="{CE3629D5-5ED7-4E77-8608-9EDAA91B4C47}" destId="{2250B675-F5E0-47D9-8FD8-032E0489D075}" srcOrd="10" destOrd="0" presId="urn:microsoft.com/office/officeart/2005/8/layout/default"/>
    <dgm:cxn modelId="{ADFECA65-303A-4967-8DE8-1EAE26B4C647}" type="presParOf" srcId="{CE3629D5-5ED7-4E77-8608-9EDAA91B4C47}" destId="{277EDB89-AB6F-4030-9E03-BB0739CE6E74}" srcOrd="11" destOrd="0" presId="urn:microsoft.com/office/officeart/2005/8/layout/default"/>
    <dgm:cxn modelId="{C2896FE5-EFFA-4862-8A05-51A26C3C62C8}" type="presParOf" srcId="{CE3629D5-5ED7-4E77-8608-9EDAA91B4C47}" destId="{979A35AA-BA08-4CA6-9C7A-AD5440389EF2}" srcOrd="12" destOrd="0" presId="urn:microsoft.com/office/officeart/2005/8/layout/default"/>
    <dgm:cxn modelId="{DD2F3705-39FD-460A-BD87-760BF4554D4A}" type="presParOf" srcId="{CE3629D5-5ED7-4E77-8608-9EDAA91B4C47}" destId="{E6C422ED-DD57-4027-B6C1-0EE58E547D39}" srcOrd="13" destOrd="0" presId="urn:microsoft.com/office/officeart/2005/8/layout/default"/>
    <dgm:cxn modelId="{A5EA7D3C-8393-424D-9245-3D6527AF80EB}" type="presParOf" srcId="{CE3629D5-5ED7-4E77-8608-9EDAA91B4C47}" destId="{3D2CB6D3-4D3B-4900-90FF-4F1436615C3D}"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2DDE19D-9661-4856-A6D9-6737FE6BC3D9}"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F744DDA9-EEB6-40E1-B0A6-33CF2284DD09}">
      <dgm:prSet/>
      <dgm:spPr/>
      <dgm:t>
        <a:bodyPr/>
        <a:lstStyle/>
        <a:p>
          <a:r>
            <a:rPr lang="en-US" b="1" i="0" baseline="0"/>
            <a:t>Data Prep</a:t>
          </a:r>
          <a:r>
            <a:rPr lang="en-US" b="0" i="0" baseline="0"/>
            <a:t>: Tokenize ~50,000 samples, max length 128, create input IDs </a:t>
          </a:r>
          <a:endParaRPr lang="en-US"/>
        </a:p>
      </dgm:t>
    </dgm:pt>
    <dgm:pt modelId="{63E5C80D-9664-4B81-B03D-C8A2E27A78F8}" type="parTrans" cxnId="{DE897CC3-E1DC-4543-BD92-1F12E4850CF6}">
      <dgm:prSet/>
      <dgm:spPr/>
      <dgm:t>
        <a:bodyPr/>
        <a:lstStyle/>
        <a:p>
          <a:endParaRPr lang="en-US"/>
        </a:p>
      </dgm:t>
    </dgm:pt>
    <dgm:pt modelId="{64E59AD8-23EE-467F-AEF7-59AB8CDCB874}" type="sibTrans" cxnId="{DE897CC3-E1DC-4543-BD92-1F12E4850CF6}">
      <dgm:prSet/>
      <dgm:spPr/>
      <dgm:t>
        <a:bodyPr/>
        <a:lstStyle/>
        <a:p>
          <a:endParaRPr lang="en-US"/>
        </a:p>
      </dgm:t>
    </dgm:pt>
    <dgm:pt modelId="{0BA6DD01-534A-4DA6-B6CF-9DDB1FEAA920}">
      <dgm:prSet/>
      <dgm:spPr/>
      <dgm:t>
        <a:bodyPr/>
        <a:lstStyle/>
        <a:p>
          <a:r>
            <a:rPr lang="en-US" b="1" i="0" baseline="0" dirty="0"/>
            <a:t>Model Setup</a:t>
          </a:r>
          <a:r>
            <a:rPr lang="en-US" b="0" i="0" baseline="0" dirty="0"/>
            <a:t>: </a:t>
          </a:r>
          <a:r>
            <a:rPr lang="en-US" b="0" i="0" baseline="0" dirty="0" err="1"/>
            <a:t>bert</a:t>
          </a:r>
          <a:r>
            <a:rPr lang="en-US" b="0" i="0" baseline="0" dirty="0"/>
            <a:t>-base-uncased, 12 Transformer layers, 5-class output </a:t>
          </a:r>
          <a:endParaRPr lang="en-US" dirty="0"/>
        </a:p>
      </dgm:t>
    </dgm:pt>
    <dgm:pt modelId="{C3B42863-BB98-49D7-8DB9-C7E23B69A160}" type="parTrans" cxnId="{EF421C2C-7741-4256-BEAB-6CBECBF6D642}">
      <dgm:prSet/>
      <dgm:spPr/>
      <dgm:t>
        <a:bodyPr/>
        <a:lstStyle/>
        <a:p>
          <a:endParaRPr lang="en-US"/>
        </a:p>
      </dgm:t>
    </dgm:pt>
    <dgm:pt modelId="{BCB5AD45-F773-4D92-B455-2851F732395B}" type="sibTrans" cxnId="{EF421C2C-7741-4256-BEAB-6CBECBF6D642}">
      <dgm:prSet/>
      <dgm:spPr/>
      <dgm:t>
        <a:bodyPr/>
        <a:lstStyle/>
        <a:p>
          <a:endParaRPr lang="en-US"/>
        </a:p>
      </dgm:t>
    </dgm:pt>
    <dgm:pt modelId="{802E8A50-40C1-4DF8-8314-A36058A6815B}">
      <dgm:prSet/>
      <dgm:spPr/>
      <dgm:t>
        <a:bodyPr/>
        <a:lstStyle/>
        <a:p>
          <a:r>
            <a:rPr lang="en-US" b="1" i="0" baseline="0"/>
            <a:t>Training</a:t>
          </a:r>
          <a:r>
            <a:rPr lang="en-US" b="0" i="0" baseline="0"/>
            <a:t>: 7 epochs, 2e-5 learning rate, batch size 8, RTX 4060 </a:t>
          </a:r>
          <a:endParaRPr lang="en-US"/>
        </a:p>
      </dgm:t>
    </dgm:pt>
    <dgm:pt modelId="{01B9D828-0A99-4E7B-932D-A74968AC1352}" type="parTrans" cxnId="{49532EBD-4B43-4859-9EEA-316EE40C107C}">
      <dgm:prSet/>
      <dgm:spPr/>
      <dgm:t>
        <a:bodyPr/>
        <a:lstStyle/>
        <a:p>
          <a:endParaRPr lang="en-US"/>
        </a:p>
      </dgm:t>
    </dgm:pt>
    <dgm:pt modelId="{05B9E223-93F1-4CCA-A14C-747C3BE895C5}" type="sibTrans" cxnId="{49532EBD-4B43-4859-9EEA-316EE40C107C}">
      <dgm:prSet/>
      <dgm:spPr/>
      <dgm:t>
        <a:bodyPr/>
        <a:lstStyle/>
        <a:p>
          <a:endParaRPr lang="en-US"/>
        </a:p>
      </dgm:t>
    </dgm:pt>
    <dgm:pt modelId="{47E0C44A-1C79-41D5-B3E6-73F14B99F847}">
      <dgm:prSet/>
      <dgm:spPr/>
      <dgm:t>
        <a:bodyPr/>
        <a:lstStyle/>
        <a:p>
          <a:r>
            <a:rPr lang="en-US" b="1" i="0" baseline="0"/>
            <a:t>Validation</a:t>
          </a:r>
          <a:r>
            <a:rPr lang="en-US" b="0" i="0" baseline="0"/>
            <a:t>: 20% split, monitor eval loss to prevent overfitting </a:t>
          </a:r>
          <a:endParaRPr lang="en-US"/>
        </a:p>
      </dgm:t>
    </dgm:pt>
    <dgm:pt modelId="{D8D93E42-D57D-4358-888F-010832FA0CB1}" type="parTrans" cxnId="{04EA857F-CDC1-4AB4-933A-01A959C572ED}">
      <dgm:prSet/>
      <dgm:spPr/>
      <dgm:t>
        <a:bodyPr/>
        <a:lstStyle/>
        <a:p>
          <a:endParaRPr lang="en-US"/>
        </a:p>
      </dgm:t>
    </dgm:pt>
    <dgm:pt modelId="{B84D74BE-B1A7-48A0-9B71-DF86DB1B5DBC}" type="sibTrans" cxnId="{04EA857F-CDC1-4AB4-933A-01A959C572ED}">
      <dgm:prSet/>
      <dgm:spPr/>
      <dgm:t>
        <a:bodyPr/>
        <a:lstStyle/>
        <a:p>
          <a:endParaRPr lang="en-US"/>
        </a:p>
      </dgm:t>
    </dgm:pt>
    <dgm:pt modelId="{6D515620-FA24-4FDF-93EF-0837FE13F234}">
      <dgm:prSet/>
      <dgm:spPr/>
      <dgm:t>
        <a:bodyPr/>
        <a:lstStyle/>
        <a:p>
          <a:r>
            <a:rPr lang="en-US" b="1" i="0" baseline="0" dirty="0"/>
            <a:t>Evaluation</a:t>
          </a:r>
          <a:r>
            <a:rPr lang="en-US" b="0" i="0" baseline="0" dirty="0"/>
            <a:t>: Accuracy 94.33%, F1 0.9451, MAE 0.0672 </a:t>
          </a:r>
          <a:endParaRPr lang="en-US" dirty="0"/>
        </a:p>
      </dgm:t>
    </dgm:pt>
    <dgm:pt modelId="{EE683F9D-899A-472E-9E35-824B725913EB}" type="parTrans" cxnId="{BCCD4710-6495-4AE4-A61C-DA152FAC15BA}">
      <dgm:prSet/>
      <dgm:spPr/>
      <dgm:t>
        <a:bodyPr/>
        <a:lstStyle/>
        <a:p>
          <a:endParaRPr lang="en-US"/>
        </a:p>
      </dgm:t>
    </dgm:pt>
    <dgm:pt modelId="{80800F6D-830F-4030-BB1F-5B5DD3A3404C}" type="sibTrans" cxnId="{BCCD4710-6495-4AE4-A61C-DA152FAC15BA}">
      <dgm:prSet/>
      <dgm:spPr/>
      <dgm:t>
        <a:bodyPr/>
        <a:lstStyle/>
        <a:p>
          <a:endParaRPr lang="en-US"/>
        </a:p>
      </dgm:t>
    </dgm:pt>
    <dgm:pt modelId="{45F30180-2DCD-4C19-B208-877E8B722BA0}">
      <dgm:prSet/>
      <dgm:spPr/>
      <dgm:t>
        <a:bodyPr/>
        <a:lstStyle/>
        <a:p>
          <a:r>
            <a:rPr lang="en-US" b="1" i="0" baseline="0"/>
            <a:t>Techniques</a:t>
          </a:r>
          <a:r>
            <a:rPr lang="en-US" b="0" i="0" baseline="0"/>
            <a:t>: Dropout 0.1, early stopping callback </a:t>
          </a:r>
          <a:endParaRPr lang="en-US"/>
        </a:p>
      </dgm:t>
    </dgm:pt>
    <dgm:pt modelId="{F03EABA2-C88C-45CD-9B21-724FD390D06A}" type="parTrans" cxnId="{D7FCF0B5-F29C-42BE-8F01-F0C351BB42C9}">
      <dgm:prSet/>
      <dgm:spPr/>
      <dgm:t>
        <a:bodyPr/>
        <a:lstStyle/>
        <a:p>
          <a:endParaRPr lang="en-US"/>
        </a:p>
      </dgm:t>
    </dgm:pt>
    <dgm:pt modelId="{7945BD20-07DB-4CEC-AE7F-55E27B3DD38C}" type="sibTrans" cxnId="{D7FCF0B5-F29C-42BE-8F01-F0C351BB42C9}">
      <dgm:prSet/>
      <dgm:spPr/>
      <dgm:t>
        <a:bodyPr/>
        <a:lstStyle/>
        <a:p>
          <a:endParaRPr lang="en-US"/>
        </a:p>
      </dgm:t>
    </dgm:pt>
    <dgm:pt modelId="{93F115AD-A90B-4263-8A81-953BA0AD9B36}">
      <dgm:prSet/>
      <dgm:spPr/>
      <dgm:t>
        <a:bodyPr/>
        <a:lstStyle/>
        <a:p>
          <a:r>
            <a:rPr lang="en-US" b="1" i="0" baseline="0"/>
            <a:t>Outcome</a:t>
          </a:r>
          <a:r>
            <a:rPr lang="en-US" b="0" i="0" baseline="0"/>
            <a:t>: Predict nuanced sentiments (e.g., “well” → 5 stars)</a:t>
          </a:r>
          <a:endParaRPr lang="en-US"/>
        </a:p>
      </dgm:t>
    </dgm:pt>
    <dgm:pt modelId="{27664FC5-1C09-467F-88B2-6B34125FD86C}" type="parTrans" cxnId="{1E5C2DBC-A12C-4A67-B86A-41E7365B7E85}">
      <dgm:prSet/>
      <dgm:spPr/>
      <dgm:t>
        <a:bodyPr/>
        <a:lstStyle/>
        <a:p>
          <a:endParaRPr lang="en-US"/>
        </a:p>
      </dgm:t>
    </dgm:pt>
    <dgm:pt modelId="{A66BCD22-4E17-4C8D-AB78-0A0DF00AF773}" type="sibTrans" cxnId="{1E5C2DBC-A12C-4A67-B86A-41E7365B7E85}">
      <dgm:prSet/>
      <dgm:spPr/>
      <dgm:t>
        <a:bodyPr/>
        <a:lstStyle/>
        <a:p>
          <a:endParaRPr lang="en-US"/>
        </a:p>
      </dgm:t>
    </dgm:pt>
    <dgm:pt modelId="{F3B626D1-5325-487D-9D0F-6491DDECCC79}" type="pres">
      <dgm:prSet presAssocID="{62DDE19D-9661-4856-A6D9-6737FE6BC3D9}" presName="diagram" presStyleCnt="0">
        <dgm:presLayoutVars>
          <dgm:dir/>
          <dgm:resizeHandles val="exact"/>
        </dgm:presLayoutVars>
      </dgm:prSet>
      <dgm:spPr/>
    </dgm:pt>
    <dgm:pt modelId="{176F4B5E-2A8B-4000-88C2-06950FC74D5B}" type="pres">
      <dgm:prSet presAssocID="{F744DDA9-EEB6-40E1-B0A6-33CF2284DD09}" presName="node" presStyleLbl="node1" presStyleIdx="0" presStyleCnt="7">
        <dgm:presLayoutVars>
          <dgm:bulletEnabled val="1"/>
        </dgm:presLayoutVars>
      </dgm:prSet>
      <dgm:spPr/>
    </dgm:pt>
    <dgm:pt modelId="{F1BB1F7E-0623-4F5F-829B-8898CF463214}" type="pres">
      <dgm:prSet presAssocID="{64E59AD8-23EE-467F-AEF7-59AB8CDCB874}" presName="sibTrans" presStyleCnt="0"/>
      <dgm:spPr/>
    </dgm:pt>
    <dgm:pt modelId="{F27FA009-AC08-4904-919E-43F64AE154DC}" type="pres">
      <dgm:prSet presAssocID="{0BA6DD01-534A-4DA6-B6CF-9DDB1FEAA920}" presName="node" presStyleLbl="node1" presStyleIdx="1" presStyleCnt="7">
        <dgm:presLayoutVars>
          <dgm:bulletEnabled val="1"/>
        </dgm:presLayoutVars>
      </dgm:prSet>
      <dgm:spPr/>
    </dgm:pt>
    <dgm:pt modelId="{A4363B87-ACDE-4878-8110-F2E1B96950FC}" type="pres">
      <dgm:prSet presAssocID="{BCB5AD45-F773-4D92-B455-2851F732395B}" presName="sibTrans" presStyleCnt="0"/>
      <dgm:spPr/>
    </dgm:pt>
    <dgm:pt modelId="{D0232FAB-ADBD-46AB-9E96-BEFE116AEDC0}" type="pres">
      <dgm:prSet presAssocID="{802E8A50-40C1-4DF8-8314-A36058A6815B}" presName="node" presStyleLbl="node1" presStyleIdx="2" presStyleCnt="7">
        <dgm:presLayoutVars>
          <dgm:bulletEnabled val="1"/>
        </dgm:presLayoutVars>
      </dgm:prSet>
      <dgm:spPr/>
    </dgm:pt>
    <dgm:pt modelId="{05AB3A77-85AB-4094-8502-AF0F13D050E3}" type="pres">
      <dgm:prSet presAssocID="{05B9E223-93F1-4CCA-A14C-747C3BE895C5}" presName="sibTrans" presStyleCnt="0"/>
      <dgm:spPr/>
    </dgm:pt>
    <dgm:pt modelId="{05270236-9678-4BB5-95AB-5A4A452DF369}" type="pres">
      <dgm:prSet presAssocID="{47E0C44A-1C79-41D5-B3E6-73F14B99F847}" presName="node" presStyleLbl="node1" presStyleIdx="3" presStyleCnt="7">
        <dgm:presLayoutVars>
          <dgm:bulletEnabled val="1"/>
        </dgm:presLayoutVars>
      </dgm:prSet>
      <dgm:spPr/>
    </dgm:pt>
    <dgm:pt modelId="{3C2152B9-7128-4758-AA37-C7C46DDED20C}" type="pres">
      <dgm:prSet presAssocID="{B84D74BE-B1A7-48A0-9B71-DF86DB1B5DBC}" presName="sibTrans" presStyleCnt="0"/>
      <dgm:spPr/>
    </dgm:pt>
    <dgm:pt modelId="{36470206-4659-4731-AC36-A034BC8B43A1}" type="pres">
      <dgm:prSet presAssocID="{6D515620-FA24-4FDF-93EF-0837FE13F234}" presName="node" presStyleLbl="node1" presStyleIdx="4" presStyleCnt="7">
        <dgm:presLayoutVars>
          <dgm:bulletEnabled val="1"/>
        </dgm:presLayoutVars>
      </dgm:prSet>
      <dgm:spPr/>
    </dgm:pt>
    <dgm:pt modelId="{6DC91732-A45C-4C07-B1D1-37BF6629CF0E}" type="pres">
      <dgm:prSet presAssocID="{80800F6D-830F-4030-BB1F-5B5DD3A3404C}" presName="sibTrans" presStyleCnt="0"/>
      <dgm:spPr/>
    </dgm:pt>
    <dgm:pt modelId="{7B72DCC4-5A08-43EB-9142-E1BE0C5CB2DA}" type="pres">
      <dgm:prSet presAssocID="{45F30180-2DCD-4C19-B208-877E8B722BA0}" presName="node" presStyleLbl="node1" presStyleIdx="5" presStyleCnt="7">
        <dgm:presLayoutVars>
          <dgm:bulletEnabled val="1"/>
        </dgm:presLayoutVars>
      </dgm:prSet>
      <dgm:spPr/>
    </dgm:pt>
    <dgm:pt modelId="{60B1D821-7A71-4EB3-B46A-3C4A6B9BD10E}" type="pres">
      <dgm:prSet presAssocID="{7945BD20-07DB-4CEC-AE7F-55E27B3DD38C}" presName="sibTrans" presStyleCnt="0"/>
      <dgm:spPr/>
    </dgm:pt>
    <dgm:pt modelId="{3989E371-F377-4B08-BE2A-B2FB34B8781C}" type="pres">
      <dgm:prSet presAssocID="{93F115AD-A90B-4263-8A81-953BA0AD9B36}" presName="node" presStyleLbl="node1" presStyleIdx="6" presStyleCnt="7">
        <dgm:presLayoutVars>
          <dgm:bulletEnabled val="1"/>
        </dgm:presLayoutVars>
      </dgm:prSet>
      <dgm:spPr/>
    </dgm:pt>
  </dgm:ptLst>
  <dgm:cxnLst>
    <dgm:cxn modelId="{BCCD4710-6495-4AE4-A61C-DA152FAC15BA}" srcId="{62DDE19D-9661-4856-A6D9-6737FE6BC3D9}" destId="{6D515620-FA24-4FDF-93EF-0837FE13F234}" srcOrd="4" destOrd="0" parTransId="{EE683F9D-899A-472E-9E35-824B725913EB}" sibTransId="{80800F6D-830F-4030-BB1F-5B5DD3A3404C}"/>
    <dgm:cxn modelId="{2990A326-9DF4-46B7-B345-3C113FB48A86}" type="presOf" srcId="{802E8A50-40C1-4DF8-8314-A36058A6815B}" destId="{D0232FAB-ADBD-46AB-9E96-BEFE116AEDC0}" srcOrd="0" destOrd="0" presId="urn:microsoft.com/office/officeart/2005/8/layout/default"/>
    <dgm:cxn modelId="{EF421C2C-7741-4256-BEAB-6CBECBF6D642}" srcId="{62DDE19D-9661-4856-A6D9-6737FE6BC3D9}" destId="{0BA6DD01-534A-4DA6-B6CF-9DDB1FEAA920}" srcOrd="1" destOrd="0" parTransId="{C3B42863-BB98-49D7-8DB9-C7E23B69A160}" sibTransId="{BCB5AD45-F773-4D92-B455-2851F732395B}"/>
    <dgm:cxn modelId="{BE63B65E-B28F-49A8-ACF4-309976F3CD47}" type="presOf" srcId="{6D515620-FA24-4FDF-93EF-0837FE13F234}" destId="{36470206-4659-4731-AC36-A034BC8B43A1}" srcOrd="0" destOrd="0" presId="urn:microsoft.com/office/officeart/2005/8/layout/default"/>
    <dgm:cxn modelId="{CF880C4D-8D7E-410B-B0C1-5D176D9C2FA8}" type="presOf" srcId="{93F115AD-A90B-4263-8A81-953BA0AD9B36}" destId="{3989E371-F377-4B08-BE2A-B2FB34B8781C}" srcOrd="0" destOrd="0" presId="urn:microsoft.com/office/officeart/2005/8/layout/default"/>
    <dgm:cxn modelId="{6FE1B96D-C483-46AF-9B61-6590425B70EF}" type="presOf" srcId="{62DDE19D-9661-4856-A6D9-6737FE6BC3D9}" destId="{F3B626D1-5325-487D-9D0F-6491DDECCC79}" srcOrd="0" destOrd="0" presId="urn:microsoft.com/office/officeart/2005/8/layout/default"/>
    <dgm:cxn modelId="{04EA857F-CDC1-4AB4-933A-01A959C572ED}" srcId="{62DDE19D-9661-4856-A6D9-6737FE6BC3D9}" destId="{47E0C44A-1C79-41D5-B3E6-73F14B99F847}" srcOrd="3" destOrd="0" parTransId="{D8D93E42-D57D-4358-888F-010832FA0CB1}" sibTransId="{B84D74BE-B1A7-48A0-9B71-DF86DB1B5DBC}"/>
    <dgm:cxn modelId="{C623039F-AE06-479A-9BE6-921E405371A0}" type="presOf" srcId="{0BA6DD01-534A-4DA6-B6CF-9DDB1FEAA920}" destId="{F27FA009-AC08-4904-919E-43F64AE154DC}" srcOrd="0" destOrd="0" presId="urn:microsoft.com/office/officeart/2005/8/layout/default"/>
    <dgm:cxn modelId="{D7FCF0B5-F29C-42BE-8F01-F0C351BB42C9}" srcId="{62DDE19D-9661-4856-A6D9-6737FE6BC3D9}" destId="{45F30180-2DCD-4C19-B208-877E8B722BA0}" srcOrd="5" destOrd="0" parTransId="{F03EABA2-C88C-45CD-9B21-724FD390D06A}" sibTransId="{7945BD20-07DB-4CEC-AE7F-55E27B3DD38C}"/>
    <dgm:cxn modelId="{1E5C2DBC-A12C-4A67-B86A-41E7365B7E85}" srcId="{62DDE19D-9661-4856-A6D9-6737FE6BC3D9}" destId="{93F115AD-A90B-4263-8A81-953BA0AD9B36}" srcOrd="6" destOrd="0" parTransId="{27664FC5-1C09-467F-88B2-6B34125FD86C}" sibTransId="{A66BCD22-4E17-4C8D-AB78-0A0DF00AF773}"/>
    <dgm:cxn modelId="{49532EBD-4B43-4859-9EEA-316EE40C107C}" srcId="{62DDE19D-9661-4856-A6D9-6737FE6BC3D9}" destId="{802E8A50-40C1-4DF8-8314-A36058A6815B}" srcOrd="2" destOrd="0" parTransId="{01B9D828-0A99-4E7B-932D-A74968AC1352}" sibTransId="{05B9E223-93F1-4CCA-A14C-747C3BE895C5}"/>
    <dgm:cxn modelId="{E54100BE-9233-4DFE-95A6-5C2EF0074F6D}" type="presOf" srcId="{47E0C44A-1C79-41D5-B3E6-73F14B99F847}" destId="{05270236-9678-4BB5-95AB-5A4A452DF369}" srcOrd="0" destOrd="0" presId="urn:microsoft.com/office/officeart/2005/8/layout/default"/>
    <dgm:cxn modelId="{25319FBE-7B9E-4134-9FFF-C2A63FC73516}" type="presOf" srcId="{45F30180-2DCD-4C19-B208-877E8B722BA0}" destId="{7B72DCC4-5A08-43EB-9142-E1BE0C5CB2DA}" srcOrd="0" destOrd="0" presId="urn:microsoft.com/office/officeart/2005/8/layout/default"/>
    <dgm:cxn modelId="{DE897CC3-E1DC-4543-BD92-1F12E4850CF6}" srcId="{62DDE19D-9661-4856-A6D9-6737FE6BC3D9}" destId="{F744DDA9-EEB6-40E1-B0A6-33CF2284DD09}" srcOrd="0" destOrd="0" parTransId="{63E5C80D-9664-4B81-B03D-C8A2E27A78F8}" sibTransId="{64E59AD8-23EE-467F-AEF7-59AB8CDCB874}"/>
    <dgm:cxn modelId="{E3996FCD-2064-4926-BED6-F314E17BB766}" type="presOf" srcId="{F744DDA9-EEB6-40E1-B0A6-33CF2284DD09}" destId="{176F4B5E-2A8B-4000-88C2-06950FC74D5B}" srcOrd="0" destOrd="0" presId="urn:microsoft.com/office/officeart/2005/8/layout/default"/>
    <dgm:cxn modelId="{0DD5766A-E614-4010-BD23-711008723E01}" type="presParOf" srcId="{F3B626D1-5325-487D-9D0F-6491DDECCC79}" destId="{176F4B5E-2A8B-4000-88C2-06950FC74D5B}" srcOrd="0" destOrd="0" presId="urn:microsoft.com/office/officeart/2005/8/layout/default"/>
    <dgm:cxn modelId="{D9080A9F-35FA-469D-8AF7-57A2E8D3C855}" type="presParOf" srcId="{F3B626D1-5325-487D-9D0F-6491DDECCC79}" destId="{F1BB1F7E-0623-4F5F-829B-8898CF463214}" srcOrd="1" destOrd="0" presId="urn:microsoft.com/office/officeart/2005/8/layout/default"/>
    <dgm:cxn modelId="{7382B43F-35A0-4253-A4D0-98384C773FA3}" type="presParOf" srcId="{F3B626D1-5325-487D-9D0F-6491DDECCC79}" destId="{F27FA009-AC08-4904-919E-43F64AE154DC}" srcOrd="2" destOrd="0" presId="urn:microsoft.com/office/officeart/2005/8/layout/default"/>
    <dgm:cxn modelId="{EB413583-4337-49A6-8199-5B9B917E462B}" type="presParOf" srcId="{F3B626D1-5325-487D-9D0F-6491DDECCC79}" destId="{A4363B87-ACDE-4878-8110-F2E1B96950FC}" srcOrd="3" destOrd="0" presId="urn:microsoft.com/office/officeart/2005/8/layout/default"/>
    <dgm:cxn modelId="{3A63751F-5742-4061-A4B8-6D741D57AC54}" type="presParOf" srcId="{F3B626D1-5325-487D-9D0F-6491DDECCC79}" destId="{D0232FAB-ADBD-46AB-9E96-BEFE116AEDC0}" srcOrd="4" destOrd="0" presId="urn:microsoft.com/office/officeart/2005/8/layout/default"/>
    <dgm:cxn modelId="{247E58FD-DB18-4AD6-B357-686464D0F641}" type="presParOf" srcId="{F3B626D1-5325-487D-9D0F-6491DDECCC79}" destId="{05AB3A77-85AB-4094-8502-AF0F13D050E3}" srcOrd="5" destOrd="0" presId="urn:microsoft.com/office/officeart/2005/8/layout/default"/>
    <dgm:cxn modelId="{2A29B26E-5F8A-49E4-8681-6A5733B48A20}" type="presParOf" srcId="{F3B626D1-5325-487D-9D0F-6491DDECCC79}" destId="{05270236-9678-4BB5-95AB-5A4A452DF369}" srcOrd="6" destOrd="0" presId="urn:microsoft.com/office/officeart/2005/8/layout/default"/>
    <dgm:cxn modelId="{49613196-8017-401E-A918-E2988E567873}" type="presParOf" srcId="{F3B626D1-5325-487D-9D0F-6491DDECCC79}" destId="{3C2152B9-7128-4758-AA37-C7C46DDED20C}" srcOrd="7" destOrd="0" presId="urn:microsoft.com/office/officeart/2005/8/layout/default"/>
    <dgm:cxn modelId="{5284F959-E487-4F01-9969-757DDA850F1B}" type="presParOf" srcId="{F3B626D1-5325-487D-9D0F-6491DDECCC79}" destId="{36470206-4659-4731-AC36-A034BC8B43A1}" srcOrd="8" destOrd="0" presId="urn:microsoft.com/office/officeart/2005/8/layout/default"/>
    <dgm:cxn modelId="{DD7511BC-F542-4A1E-8206-2EE3847F3DC1}" type="presParOf" srcId="{F3B626D1-5325-487D-9D0F-6491DDECCC79}" destId="{6DC91732-A45C-4C07-B1D1-37BF6629CF0E}" srcOrd="9" destOrd="0" presId="urn:microsoft.com/office/officeart/2005/8/layout/default"/>
    <dgm:cxn modelId="{1FC41427-4F56-45E7-B8CB-F30F7F2D71E8}" type="presParOf" srcId="{F3B626D1-5325-487D-9D0F-6491DDECCC79}" destId="{7B72DCC4-5A08-43EB-9142-E1BE0C5CB2DA}" srcOrd="10" destOrd="0" presId="urn:microsoft.com/office/officeart/2005/8/layout/default"/>
    <dgm:cxn modelId="{D62C7E14-3EAC-4752-BA93-929A9AC824E8}" type="presParOf" srcId="{F3B626D1-5325-487D-9D0F-6491DDECCC79}" destId="{60B1D821-7A71-4EB3-B46A-3C4A6B9BD10E}" srcOrd="11" destOrd="0" presId="urn:microsoft.com/office/officeart/2005/8/layout/default"/>
    <dgm:cxn modelId="{139D6726-A377-4732-8844-37BE11F750A4}" type="presParOf" srcId="{F3B626D1-5325-487D-9D0F-6491DDECCC79}" destId="{3989E371-F377-4B08-BE2A-B2FB34B8781C}" srcOrd="1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C4184B0-4202-4F61-A685-A394439C446F}"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C3A32926-375B-40D1-9D6D-DEB5ED1D24D2}">
      <dgm:prSet/>
      <dgm:spPr/>
      <dgm:t>
        <a:bodyPr/>
        <a:lstStyle/>
        <a:p>
          <a:r>
            <a:rPr lang="en-US" b="1" i="0" baseline="0"/>
            <a:t>Data Prep</a:t>
          </a:r>
          <a:r>
            <a:rPr lang="en-US" b="0" i="0" baseline="0"/>
            <a:t>: Embed ~50,000 samples with GloVe (200-dim, 29,498 words) </a:t>
          </a:r>
          <a:endParaRPr lang="en-US"/>
        </a:p>
      </dgm:t>
    </dgm:pt>
    <dgm:pt modelId="{173C73B3-CC84-43CA-A2C3-968ED78B658B}" type="parTrans" cxnId="{1769C92E-FD32-4F70-85FD-1708DC6ABA72}">
      <dgm:prSet/>
      <dgm:spPr/>
      <dgm:t>
        <a:bodyPr/>
        <a:lstStyle/>
        <a:p>
          <a:endParaRPr lang="en-US"/>
        </a:p>
      </dgm:t>
    </dgm:pt>
    <dgm:pt modelId="{3BA52107-2DDE-4CE8-94A3-BE5E132537BF}" type="sibTrans" cxnId="{1769C92E-FD32-4F70-85FD-1708DC6ABA72}">
      <dgm:prSet/>
      <dgm:spPr/>
      <dgm:t>
        <a:bodyPr/>
        <a:lstStyle/>
        <a:p>
          <a:endParaRPr lang="en-US"/>
        </a:p>
      </dgm:t>
    </dgm:pt>
    <dgm:pt modelId="{77ED34C6-7BF6-49D9-9379-95E672D26739}">
      <dgm:prSet/>
      <dgm:spPr/>
      <dgm:t>
        <a:bodyPr/>
        <a:lstStyle/>
        <a:p>
          <a:r>
            <a:rPr lang="en-US" b="1" i="0" baseline="0"/>
            <a:t>Model Setup</a:t>
          </a:r>
          <a:r>
            <a:rPr lang="en-US" b="0" i="0" baseline="0"/>
            <a:t>: Bidirectional RNN, 256 hidden units, 5-class softmax </a:t>
          </a:r>
          <a:endParaRPr lang="en-US"/>
        </a:p>
      </dgm:t>
    </dgm:pt>
    <dgm:pt modelId="{F948A232-783B-416A-A912-96BC5189A6BE}" type="parTrans" cxnId="{02F23198-1421-46B9-86C8-2F2380AAD745}">
      <dgm:prSet/>
      <dgm:spPr/>
      <dgm:t>
        <a:bodyPr/>
        <a:lstStyle/>
        <a:p>
          <a:endParaRPr lang="en-US"/>
        </a:p>
      </dgm:t>
    </dgm:pt>
    <dgm:pt modelId="{DBE7B9A2-E849-4051-A07A-24AC975494F7}" type="sibTrans" cxnId="{02F23198-1421-46B9-86C8-2F2380AAD745}">
      <dgm:prSet/>
      <dgm:spPr/>
      <dgm:t>
        <a:bodyPr/>
        <a:lstStyle/>
        <a:p>
          <a:endParaRPr lang="en-US"/>
        </a:p>
      </dgm:t>
    </dgm:pt>
    <dgm:pt modelId="{B34C2767-87E7-4960-9474-8C97B78E080A}">
      <dgm:prSet/>
      <dgm:spPr/>
      <dgm:t>
        <a:bodyPr/>
        <a:lstStyle/>
        <a:p>
          <a:r>
            <a:rPr lang="en-US" b="1" i="0" baseline="0"/>
            <a:t>Training</a:t>
          </a:r>
          <a:r>
            <a:rPr lang="en-US" b="0" i="0" baseline="0"/>
            <a:t>: 5 epochs, focal loss, batch size 16, early stopping </a:t>
          </a:r>
          <a:endParaRPr lang="en-US"/>
        </a:p>
      </dgm:t>
    </dgm:pt>
    <dgm:pt modelId="{61F0121C-60FB-4EF7-A091-FA41833FF436}" type="parTrans" cxnId="{97601322-DF3E-423B-A5A7-D31C9897A262}">
      <dgm:prSet/>
      <dgm:spPr/>
      <dgm:t>
        <a:bodyPr/>
        <a:lstStyle/>
        <a:p>
          <a:endParaRPr lang="en-US"/>
        </a:p>
      </dgm:t>
    </dgm:pt>
    <dgm:pt modelId="{5A84AF3F-450F-4CD1-8D47-9B873B2C46AB}" type="sibTrans" cxnId="{97601322-DF3E-423B-A5A7-D31C9897A262}">
      <dgm:prSet/>
      <dgm:spPr/>
      <dgm:t>
        <a:bodyPr/>
        <a:lstStyle/>
        <a:p>
          <a:endParaRPr lang="en-US"/>
        </a:p>
      </dgm:t>
    </dgm:pt>
    <dgm:pt modelId="{FFE01AE0-A0E0-4C69-A050-5A7983B6D140}">
      <dgm:prSet/>
      <dgm:spPr/>
      <dgm:t>
        <a:bodyPr/>
        <a:lstStyle/>
        <a:p>
          <a:r>
            <a:rPr lang="en-US" b="1" i="0" baseline="0"/>
            <a:t>Validation</a:t>
          </a:r>
          <a:r>
            <a:rPr lang="en-US" b="0" i="0" baseline="0"/>
            <a:t>: 20% split, check accuracy dip (91.96% peak) </a:t>
          </a:r>
          <a:endParaRPr lang="en-US"/>
        </a:p>
      </dgm:t>
    </dgm:pt>
    <dgm:pt modelId="{00B17757-8F11-4A8D-9A59-DA1D0ECA4D56}" type="parTrans" cxnId="{08F6CE03-455A-45D3-91EA-6FA509D5296E}">
      <dgm:prSet/>
      <dgm:spPr/>
      <dgm:t>
        <a:bodyPr/>
        <a:lstStyle/>
        <a:p>
          <a:endParaRPr lang="en-US"/>
        </a:p>
      </dgm:t>
    </dgm:pt>
    <dgm:pt modelId="{DEC91B3E-B62C-43CE-9B30-BF5CFE3E89CC}" type="sibTrans" cxnId="{08F6CE03-455A-45D3-91EA-6FA509D5296E}">
      <dgm:prSet/>
      <dgm:spPr/>
      <dgm:t>
        <a:bodyPr/>
        <a:lstStyle/>
        <a:p>
          <a:endParaRPr lang="en-US"/>
        </a:p>
      </dgm:t>
    </dgm:pt>
    <dgm:pt modelId="{BC9DC131-A724-4AA7-AE5C-965715C9F214}">
      <dgm:prSet/>
      <dgm:spPr/>
      <dgm:t>
        <a:bodyPr/>
        <a:lstStyle/>
        <a:p>
          <a:r>
            <a:rPr lang="en-US" b="1" i="0" baseline="0" dirty="0"/>
            <a:t>Evaluation</a:t>
          </a:r>
          <a:r>
            <a:rPr lang="en-US" b="0" i="0" baseline="0" dirty="0"/>
            <a:t>: Accuracy 93.21%, F1 0.9345, MAE 0.0820</a:t>
          </a:r>
          <a:endParaRPr lang="en-US" dirty="0"/>
        </a:p>
      </dgm:t>
    </dgm:pt>
    <dgm:pt modelId="{679B6ECC-4B4D-4F10-81C8-5472A9F1FE30}" type="parTrans" cxnId="{1A6BE829-CBEF-420A-9DE7-AB6EA9E61632}">
      <dgm:prSet/>
      <dgm:spPr/>
      <dgm:t>
        <a:bodyPr/>
        <a:lstStyle/>
        <a:p>
          <a:endParaRPr lang="en-US"/>
        </a:p>
      </dgm:t>
    </dgm:pt>
    <dgm:pt modelId="{70CAE16A-30DF-4D46-BB58-118406B7C6F8}" type="sibTrans" cxnId="{1A6BE829-CBEF-420A-9DE7-AB6EA9E61632}">
      <dgm:prSet/>
      <dgm:spPr/>
      <dgm:t>
        <a:bodyPr/>
        <a:lstStyle/>
        <a:p>
          <a:endParaRPr lang="en-US"/>
        </a:p>
      </dgm:t>
    </dgm:pt>
    <dgm:pt modelId="{60342B2E-1462-4CD4-B1FC-BD426D2B41EE}">
      <dgm:prSet/>
      <dgm:spPr/>
      <dgm:t>
        <a:bodyPr/>
        <a:lstStyle/>
        <a:p>
          <a:r>
            <a:rPr lang="en-US" b="1" i="0" baseline="0"/>
            <a:t>Techniques</a:t>
          </a:r>
          <a:r>
            <a:rPr lang="en-US" b="0" i="0" baseline="0"/>
            <a:t>: Dropout 0.2 to mitigate overfitting </a:t>
          </a:r>
          <a:endParaRPr lang="en-US"/>
        </a:p>
      </dgm:t>
    </dgm:pt>
    <dgm:pt modelId="{E5DCF29D-DD39-4329-AA59-70BB9880C446}" type="parTrans" cxnId="{64544EC7-FEB6-4268-9FB4-36B135F0108A}">
      <dgm:prSet/>
      <dgm:spPr/>
      <dgm:t>
        <a:bodyPr/>
        <a:lstStyle/>
        <a:p>
          <a:endParaRPr lang="en-US"/>
        </a:p>
      </dgm:t>
    </dgm:pt>
    <dgm:pt modelId="{D7D517AF-28BD-4051-8434-BF0C3289CD46}" type="sibTrans" cxnId="{64544EC7-FEB6-4268-9FB4-36B135F0108A}">
      <dgm:prSet/>
      <dgm:spPr/>
      <dgm:t>
        <a:bodyPr/>
        <a:lstStyle/>
        <a:p>
          <a:endParaRPr lang="en-US"/>
        </a:p>
      </dgm:t>
    </dgm:pt>
    <dgm:pt modelId="{9200EC74-2484-48FB-B730-5D330417D7FD}">
      <dgm:prSet/>
      <dgm:spPr/>
      <dgm:t>
        <a:bodyPr/>
        <a:lstStyle/>
        <a:p>
          <a:r>
            <a:rPr lang="en-US" b="1" i="0" baseline="0"/>
            <a:t>Outcome</a:t>
          </a:r>
          <a:r>
            <a:rPr lang="en-US" b="0" i="0" baseline="0"/>
            <a:t>: Model sequence-based sentiments effectively</a:t>
          </a:r>
          <a:endParaRPr lang="en-US"/>
        </a:p>
      </dgm:t>
    </dgm:pt>
    <dgm:pt modelId="{79EB9D0D-BE7F-4781-9A52-893971BF1890}" type="parTrans" cxnId="{450E3725-CD8D-4D73-9FB3-98918ED5BB0C}">
      <dgm:prSet/>
      <dgm:spPr/>
      <dgm:t>
        <a:bodyPr/>
        <a:lstStyle/>
        <a:p>
          <a:endParaRPr lang="en-US"/>
        </a:p>
      </dgm:t>
    </dgm:pt>
    <dgm:pt modelId="{2B5D2EA3-99CD-40D9-853B-5164B97292CE}" type="sibTrans" cxnId="{450E3725-CD8D-4D73-9FB3-98918ED5BB0C}">
      <dgm:prSet/>
      <dgm:spPr/>
      <dgm:t>
        <a:bodyPr/>
        <a:lstStyle/>
        <a:p>
          <a:endParaRPr lang="en-US"/>
        </a:p>
      </dgm:t>
    </dgm:pt>
    <dgm:pt modelId="{8B8D2AE0-8EB3-4420-8964-84C5409A50BD}" type="pres">
      <dgm:prSet presAssocID="{CC4184B0-4202-4F61-A685-A394439C446F}" presName="diagram" presStyleCnt="0">
        <dgm:presLayoutVars>
          <dgm:dir/>
          <dgm:resizeHandles val="exact"/>
        </dgm:presLayoutVars>
      </dgm:prSet>
      <dgm:spPr/>
    </dgm:pt>
    <dgm:pt modelId="{A2178AEF-8FDE-447D-91CB-EDB20864A51F}" type="pres">
      <dgm:prSet presAssocID="{C3A32926-375B-40D1-9D6D-DEB5ED1D24D2}" presName="node" presStyleLbl="node1" presStyleIdx="0" presStyleCnt="7">
        <dgm:presLayoutVars>
          <dgm:bulletEnabled val="1"/>
        </dgm:presLayoutVars>
      </dgm:prSet>
      <dgm:spPr/>
    </dgm:pt>
    <dgm:pt modelId="{144E6937-FEF0-44C3-9ADE-C87AE7B20EAB}" type="pres">
      <dgm:prSet presAssocID="{3BA52107-2DDE-4CE8-94A3-BE5E132537BF}" presName="sibTrans" presStyleCnt="0"/>
      <dgm:spPr/>
    </dgm:pt>
    <dgm:pt modelId="{48A78D5D-839A-42F7-872D-ABD5E6815396}" type="pres">
      <dgm:prSet presAssocID="{77ED34C6-7BF6-49D9-9379-95E672D26739}" presName="node" presStyleLbl="node1" presStyleIdx="1" presStyleCnt="7">
        <dgm:presLayoutVars>
          <dgm:bulletEnabled val="1"/>
        </dgm:presLayoutVars>
      </dgm:prSet>
      <dgm:spPr/>
    </dgm:pt>
    <dgm:pt modelId="{9CE0649A-2312-47EA-9F27-E8924E670D5D}" type="pres">
      <dgm:prSet presAssocID="{DBE7B9A2-E849-4051-A07A-24AC975494F7}" presName="sibTrans" presStyleCnt="0"/>
      <dgm:spPr/>
    </dgm:pt>
    <dgm:pt modelId="{50EB7460-7BC2-491F-9089-B9CF9FF89218}" type="pres">
      <dgm:prSet presAssocID="{B34C2767-87E7-4960-9474-8C97B78E080A}" presName="node" presStyleLbl="node1" presStyleIdx="2" presStyleCnt="7">
        <dgm:presLayoutVars>
          <dgm:bulletEnabled val="1"/>
        </dgm:presLayoutVars>
      </dgm:prSet>
      <dgm:spPr/>
    </dgm:pt>
    <dgm:pt modelId="{5F62BF03-2E7F-48A2-A711-D8A203942883}" type="pres">
      <dgm:prSet presAssocID="{5A84AF3F-450F-4CD1-8D47-9B873B2C46AB}" presName="sibTrans" presStyleCnt="0"/>
      <dgm:spPr/>
    </dgm:pt>
    <dgm:pt modelId="{91984C01-DAEF-4C47-B847-7DEF59428CF0}" type="pres">
      <dgm:prSet presAssocID="{FFE01AE0-A0E0-4C69-A050-5A7983B6D140}" presName="node" presStyleLbl="node1" presStyleIdx="3" presStyleCnt="7">
        <dgm:presLayoutVars>
          <dgm:bulletEnabled val="1"/>
        </dgm:presLayoutVars>
      </dgm:prSet>
      <dgm:spPr/>
    </dgm:pt>
    <dgm:pt modelId="{096CCB53-0DCC-457F-B27C-70C542276A13}" type="pres">
      <dgm:prSet presAssocID="{DEC91B3E-B62C-43CE-9B30-BF5CFE3E89CC}" presName="sibTrans" presStyleCnt="0"/>
      <dgm:spPr/>
    </dgm:pt>
    <dgm:pt modelId="{0F808B21-9EBF-45C0-A118-5D4ED68C5283}" type="pres">
      <dgm:prSet presAssocID="{BC9DC131-A724-4AA7-AE5C-965715C9F214}" presName="node" presStyleLbl="node1" presStyleIdx="4" presStyleCnt="7">
        <dgm:presLayoutVars>
          <dgm:bulletEnabled val="1"/>
        </dgm:presLayoutVars>
      </dgm:prSet>
      <dgm:spPr/>
    </dgm:pt>
    <dgm:pt modelId="{892A63CC-CF55-45D5-AA33-653A8B6261BB}" type="pres">
      <dgm:prSet presAssocID="{70CAE16A-30DF-4D46-BB58-118406B7C6F8}" presName="sibTrans" presStyleCnt="0"/>
      <dgm:spPr/>
    </dgm:pt>
    <dgm:pt modelId="{3898548C-3DC8-41AB-9277-7F6EB37B8147}" type="pres">
      <dgm:prSet presAssocID="{60342B2E-1462-4CD4-B1FC-BD426D2B41EE}" presName="node" presStyleLbl="node1" presStyleIdx="5" presStyleCnt="7">
        <dgm:presLayoutVars>
          <dgm:bulletEnabled val="1"/>
        </dgm:presLayoutVars>
      </dgm:prSet>
      <dgm:spPr/>
    </dgm:pt>
    <dgm:pt modelId="{4E2B6DF1-3E22-429E-915B-6515D0E2B701}" type="pres">
      <dgm:prSet presAssocID="{D7D517AF-28BD-4051-8434-BF0C3289CD46}" presName="sibTrans" presStyleCnt="0"/>
      <dgm:spPr/>
    </dgm:pt>
    <dgm:pt modelId="{013BB8C9-9F04-42AD-B3E0-8429372724C9}" type="pres">
      <dgm:prSet presAssocID="{9200EC74-2484-48FB-B730-5D330417D7FD}" presName="node" presStyleLbl="node1" presStyleIdx="6" presStyleCnt="7">
        <dgm:presLayoutVars>
          <dgm:bulletEnabled val="1"/>
        </dgm:presLayoutVars>
      </dgm:prSet>
      <dgm:spPr/>
    </dgm:pt>
  </dgm:ptLst>
  <dgm:cxnLst>
    <dgm:cxn modelId="{08F6CE03-455A-45D3-91EA-6FA509D5296E}" srcId="{CC4184B0-4202-4F61-A685-A394439C446F}" destId="{FFE01AE0-A0E0-4C69-A050-5A7983B6D140}" srcOrd="3" destOrd="0" parTransId="{00B17757-8F11-4A8D-9A59-DA1D0ECA4D56}" sibTransId="{DEC91B3E-B62C-43CE-9B30-BF5CFE3E89CC}"/>
    <dgm:cxn modelId="{7C70A604-6F85-4789-985B-0A2FC507D3DE}" type="presOf" srcId="{CC4184B0-4202-4F61-A685-A394439C446F}" destId="{8B8D2AE0-8EB3-4420-8964-84C5409A50BD}" srcOrd="0" destOrd="0" presId="urn:microsoft.com/office/officeart/2005/8/layout/default"/>
    <dgm:cxn modelId="{DD952618-EA63-4B0C-B6A7-70274E500E5F}" type="presOf" srcId="{9200EC74-2484-48FB-B730-5D330417D7FD}" destId="{013BB8C9-9F04-42AD-B3E0-8429372724C9}" srcOrd="0" destOrd="0" presId="urn:microsoft.com/office/officeart/2005/8/layout/default"/>
    <dgm:cxn modelId="{97601322-DF3E-423B-A5A7-D31C9897A262}" srcId="{CC4184B0-4202-4F61-A685-A394439C446F}" destId="{B34C2767-87E7-4960-9474-8C97B78E080A}" srcOrd="2" destOrd="0" parTransId="{61F0121C-60FB-4EF7-A091-FA41833FF436}" sibTransId="{5A84AF3F-450F-4CD1-8D47-9B873B2C46AB}"/>
    <dgm:cxn modelId="{450E3725-CD8D-4D73-9FB3-98918ED5BB0C}" srcId="{CC4184B0-4202-4F61-A685-A394439C446F}" destId="{9200EC74-2484-48FB-B730-5D330417D7FD}" srcOrd="6" destOrd="0" parTransId="{79EB9D0D-BE7F-4781-9A52-893971BF1890}" sibTransId="{2B5D2EA3-99CD-40D9-853B-5164B97292CE}"/>
    <dgm:cxn modelId="{1BF9B827-6E92-41F5-85F2-CF93CAFEC7D6}" type="presOf" srcId="{B34C2767-87E7-4960-9474-8C97B78E080A}" destId="{50EB7460-7BC2-491F-9089-B9CF9FF89218}" srcOrd="0" destOrd="0" presId="urn:microsoft.com/office/officeart/2005/8/layout/default"/>
    <dgm:cxn modelId="{1A6BE829-CBEF-420A-9DE7-AB6EA9E61632}" srcId="{CC4184B0-4202-4F61-A685-A394439C446F}" destId="{BC9DC131-A724-4AA7-AE5C-965715C9F214}" srcOrd="4" destOrd="0" parTransId="{679B6ECC-4B4D-4F10-81C8-5472A9F1FE30}" sibTransId="{70CAE16A-30DF-4D46-BB58-118406B7C6F8}"/>
    <dgm:cxn modelId="{1769C92E-FD32-4F70-85FD-1708DC6ABA72}" srcId="{CC4184B0-4202-4F61-A685-A394439C446F}" destId="{C3A32926-375B-40D1-9D6D-DEB5ED1D24D2}" srcOrd="0" destOrd="0" parTransId="{173C73B3-CC84-43CA-A2C3-968ED78B658B}" sibTransId="{3BA52107-2DDE-4CE8-94A3-BE5E132537BF}"/>
    <dgm:cxn modelId="{02F23198-1421-46B9-86C8-2F2380AAD745}" srcId="{CC4184B0-4202-4F61-A685-A394439C446F}" destId="{77ED34C6-7BF6-49D9-9379-95E672D26739}" srcOrd="1" destOrd="0" parTransId="{F948A232-783B-416A-A912-96BC5189A6BE}" sibTransId="{DBE7B9A2-E849-4051-A07A-24AC975494F7}"/>
    <dgm:cxn modelId="{5EBCB59D-DBBD-429F-AA7B-51218E5AEC3C}" type="presOf" srcId="{60342B2E-1462-4CD4-B1FC-BD426D2B41EE}" destId="{3898548C-3DC8-41AB-9277-7F6EB37B8147}" srcOrd="0" destOrd="0" presId="urn:microsoft.com/office/officeart/2005/8/layout/default"/>
    <dgm:cxn modelId="{64544EC7-FEB6-4268-9FB4-36B135F0108A}" srcId="{CC4184B0-4202-4F61-A685-A394439C446F}" destId="{60342B2E-1462-4CD4-B1FC-BD426D2B41EE}" srcOrd="5" destOrd="0" parTransId="{E5DCF29D-DD39-4329-AA59-70BB9880C446}" sibTransId="{D7D517AF-28BD-4051-8434-BF0C3289CD46}"/>
    <dgm:cxn modelId="{FE9E21CD-5A09-4BDC-834D-8D28915DDECE}" type="presOf" srcId="{BC9DC131-A724-4AA7-AE5C-965715C9F214}" destId="{0F808B21-9EBF-45C0-A118-5D4ED68C5283}" srcOrd="0" destOrd="0" presId="urn:microsoft.com/office/officeart/2005/8/layout/default"/>
    <dgm:cxn modelId="{D3B5E0D3-FDF6-4E44-AC2E-2FAE9533CB74}" type="presOf" srcId="{C3A32926-375B-40D1-9D6D-DEB5ED1D24D2}" destId="{A2178AEF-8FDE-447D-91CB-EDB20864A51F}" srcOrd="0" destOrd="0" presId="urn:microsoft.com/office/officeart/2005/8/layout/default"/>
    <dgm:cxn modelId="{2A0D0EDB-DD78-452A-BE9B-C4D30ED1C842}" type="presOf" srcId="{FFE01AE0-A0E0-4C69-A050-5A7983B6D140}" destId="{91984C01-DAEF-4C47-B847-7DEF59428CF0}" srcOrd="0" destOrd="0" presId="urn:microsoft.com/office/officeart/2005/8/layout/default"/>
    <dgm:cxn modelId="{F6C88BFE-7F00-437C-B1A1-7BAFC76764CD}" type="presOf" srcId="{77ED34C6-7BF6-49D9-9379-95E672D26739}" destId="{48A78D5D-839A-42F7-872D-ABD5E6815396}" srcOrd="0" destOrd="0" presId="urn:microsoft.com/office/officeart/2005/8/layout/default"/>
    <dgm:cxn modelId="{EEBAD5CC-5ADE-4177-A228-07EC0F60A1FD}" type="presParOf" srcId="{8B8D2AE0-8EB3-4420-8964-84C5409A50BD}" destId="{A2178AEF-8FDE-447D-91CB-EDB20864A51F}" srcOrd="0" destOrd="0" presId="urn:microsoft.com/office/officeart/2005/8/layout/default"/>
    <dgm:cxn modelId="{32B9D3F8-7D79-4618-A6CF-FA041A73629B}" type="presParOf" srcId="{8B8D2AE0-8EB3-4420-8964-84C5409A50BD}" destId="{144E6937-FEF0-44C3-9ADE-C87AE7B20EAB}" srcOrd="1" destOrd="0" presId="urn:microsoft.com/office/officeart/2005/8/layout/default"/>
    <dgm:cxn modelId="{8F9E8832-E103-43B6-BF70-BAE728704546}" type="presParOf" srcId="{8B8D2AE0-8EB3-4420-8964-84C5409A50BD}" destId="{48A78D5D-839A-42F7-872D-ABD5E6815396}" srcOrd="2" destOrd="0" presId="urn:microsoft.com/office/officeart/2005/8/layout/default"/>
    <dgm:cxn modelId="{1AC00808-2A21-4CB7-9070-9AC1A7BD6562}" type="presParOf" srcId="{8B8D2AE0-8EB3-4420-8964-84C5409A50BD}" destId="{9CE0649A-2312-47EA-9F27-E8924E670D5D}" srcOrd="3" destOrd="0" presId="urn:microsoft.com/office/officeart/2005/8/layout/default"/>
    <dgm:cxn modelId="{AED527AB-CC9A-4864-9FCA-5CA052AAE810}" type="presParOf" srcId="{8B8D2AE0-8EB3-4420-8964-84C5409A50BD}" destId="{50EB7460-7BC2-491F-9089-B9CF9FF89218}" srcOrd="4" destOrd="0" presId="urn:microsoft.com/office/officeart/2005/8/layout/default"/>
    <dgm:cxn modelId="{BA125A5A-E489-4758-93B8-E60922BD8C79}" type="presParOf" srcId="{8B8D2AE0-8EB3-4420-8964-84C5409A50BD}" destId="{5F62BF03-2E7F-48A2-A711-D8A203942883}" srcOrd="5" destOrd="0" presId="urn:microsoft.com/office/officeart/2005/8/layout/default"/>
    <dgm:cxn modelId="{F21CEA69-BB61-4EE3-BF17-249EE26CCA90}" type="presParOf" srcId="{8B8D2AE0-8EB3-4420-8964-84C5409A50BD}" destId="{91984C01-DAEF-4C47-B847-7DEF59428CF0}" srcOrd="6" destOrd="0" presId="urn:microsoft.com/office/officeart/2005/8/layout/default"/>
    <dgm:cxn modelId="{2BF552AB-690D-4A1F-A16B-83DD518A1793}" type="presParOf" srcId="{8B8D2AE0-8EB3-4420-8964-84C5409A50BD}" destId="{096CCB53-0DCC-457F-B27C-70C542276A13}" srcOrd="7" destOrd="0" presId="urn:microsoft.com/office/officeart/2005/8/layout/default"/>
    <dgm:cxn modelId="{948ED228-2A27-4926-8239-E5B711779DD4}" type="presParOf" srcId="{8B8D2AE0-8EB3-4420-8964-84C5409A50BD}" destId="{0F808B21-9EBF-45C0-A118-5D4ED68C5283}" srcOrd="8" destOrd="0" presId="urn:microsoft.com/office/officeart/2005/8/layout/default"/>
    <dgm:cxn modelId="{CAFEF9DB-E64F-4C90-B09B-D4CC1CD79130}" type="presParOf" srcId="{8B8D2AE0-8EB3-4420-8964-84C5409A50BD}" destId="{892A63CC-CF55-45D5-AA33-653A8B6261BB}" srcOrd="9" destOrd="0" presId="urn:microsoft.com/office/officeart/2005/8/layout/default"/>
    <dgm:cxn modelId="{43D0DD23-F866-4A99-A8EE-7D07C0FDAABB}" type="presParOf" srcId="{8B8D2AE0-8EB3-4420-8964-84C5409A50BD}" destId="{3898548C-3DC8-41AB-9277-7F6EB37B8147}" srcOrd="10" destOrd="0" presId="urn:microsoft.com/office/officeart/2005/8/layout/default"/>
    <dgm:cxn modelId="{8393D422-436F-4DFD-9835-53A8E0C76E53}" type="presParOf" srcId="{8B8D2AE0-8EB3-4420-8964-84C5409A50BD}" destId="{4E2B6DF1-3E22-429E-915B-6515D0E2B701}" srcOrd="11" destOrd="0" presId="urn:microsoft.com/office/officeart/2005/8/layout/default"/>
    <dgm:cxn modelId="{064D5A9B-F81F-4EA8-8CD0-817297AE7E62}" type="presParOf" srcId="{8B8D2AE0-8EB3-4420-8964-84C5409A50BD}" destId="{013BB8C9-9F04-42AD-B3E0-8429372724C9}" srcOrd="1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A00E7EC-9983-4A89-98ED-39EFB81D8024}"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B11DEC09-7D48-4ED1-A844-945FE41BE4AE}">
      <dgm:prSet/>
      <dgm:spPr/>
      <dgm:t>
        <a:bodyPr/>
        <a:lstStyle/>
        <a:p>
          <a:r>
            <a:rPr lang="en-US" b="1" i="0" baseline="0" dirty="0"/>
            <a:t>Data Prep</a:t>
          </a:r>
          <a:r>
            <a:rPr lang="en-US" b="0" i="0" baseline="0" dirty="0"/>
            <a:t>: Apply </a:t>
          </a:r>
          <a:r>
            <a:rPr lang="en-US" b="0" i="0" baseline="0" dirty="0" err="1"/>
            <a:t>GloVe</a:t>
          </a:r>
          <a:r>
            <a:rPr lang="en-US" b="0" i="0" baseline="0" dirty="0"/>
            <a:t> embeddings (200-dim) to ~50,000 samples </a:t>
          </a:r>
          <a:endParaRPr lang="en-US" dirty="0"/>
        </a:p>
      </dgm:t>
    </dgm:pt>
    <dgm:pt modelId="{77972A26-65C1-4E29-9EF4-9B87298045E4}" type="parTrans" cxnId="{03AB0C2E-48C9-4A11-8C57-EAC64023FC9B}">
      <dgm:prSet/>
      <dgm:spPr/>
      <dgm:t>
        <a:bodyPr/>
        <a:lstStyle/>
        <a:p>
          <a:endParaRPr lang="en-US"/>
        </a:p>
      </dgm:t>
    </dgm:pt>
    <dgm:pt modelId="{E2A52AFF-631A-4184-9B66-270B55B7B74D}" type="sibTrans" cxnId="{03AB0C2E-48C9-4A11-8C57-EAC64023FC9B}">
      <dgm:prSet/>
      <dgm:spPr/>
      <dgm:t>
        <a:bodyPr/>
        <a:lstStyle/>
        <a:p>
          <a:endParaRPr lang="en-US"/>
        </a:p>
      </dgm:t>
    </dgm:pt>
    <dgm:pt modelId="{666D477E-E363-46D7-B4D2-A0D7F58E8B57}">
      <dgm:prSet/>
      <dgm:spPr/>
      <dgm:t>
        <a:bodyPr/>
        <a:lstStyle/>
        <a:p>
          <a:r>
            <a:rPr lang="en-US" b="1" i="0" baseline="0"/>
            <a:t>Model Setup</a:t>
          </a:r>
          <a:r>
            <a:rPr lang="en-US" b="0" i="0" baseline="0"/>
            <a:t>: LSTM, 128 hidden units, input/forget gates, 5 classes </a:t>
          </a:r>
          <a:endParaRPr lang="en-US"/>
        </a:p>
      </dgm:t>
    </dgm:pt>
    <dgm:pt modelId="{3183B833-3981-42FF-8AA5-01A57579EA7B}" type="parTrans" cxnId="{94FEE49E-F2D9-4143-9F43-94E9F5FA9E75}">
      <dgm:prSet/>
      <dgm:spPr/>
      <dgm:t>
        <a:bodyPr/>
        <a:lstStyle/>
        <a:p>
          <a:endParaRPr lang="en-US"/>
        </a:p>
      </dgm:t>
    </dgm:pt>
    <dgm:pt modelId="{C3215D02-4493-4C53-ACC5-6146B4D36BD5}" type="sibTrans" cxnId="{94FEE49E-F2D9-4143-9F43-94E9F5FA9E75}">
      <dgm:prSet/>
      <dgm:spPr/>
      <dgm:t>
        <a:bodyPr/>
        <a:lstStyle/>
        <a:p>
          <a:endParaRPr lang="en-US"/>
        </a:p>
      </dgm:t>
    </dgm:pt>
    <dgm:pt modelId="{B82E34F0-C549-43EF-B270-67D473F4A55A}">
      <dgm:prSet/>
      <dgm:spPr/>
      <dgm:t>
        <a:bodyPr/>
        <a:lstStyle/>
        <a:p>
          <a:r>
            <a:rPr lang="en-US" b="1" i="0" baseline="0"/>
            <a:t>Training</a:t>
          </a:r>
          <a:r>
            <a:rPr lang="en-US" b="0" i="0" baseline="0"/>
            <a:t>: 5 epochs, batch size 16, optimize with Adam </a:t>
          </a:r>
          <a:endParaRPr lang="en-US"/>
        </a:p>
      </dgm:t>
    </dgm:pt>
    <dgm:pt modelId="{E30D5BBA-AF89-4A01-9675-91E77BCE4522}" type="parTrans" cxnId="{F3E1CA1B-9B61-40FD-B8EF-D58E0BD6972C}">
      <dgm:prSet/>
      <dgm:spPr/>
      <dgm:t>
        <a:bodyPr/>
        <a:lstStyle/>
        <a:p>
          <a:endParaRPr lang="en-US"/>
        </a:p>
      </dgm:t>
    </dgm:pt>
    <dgm:pt modelId="{BC7EC3B1-61B8-493E-AC8C-62F5220DAB31}" type="sibTrans" cxnId="{F3E1CA1B-9B61-40FD-B8EF-D58E0BD6972C}">
      <dgm:prSet/>
      <dgm:spPr/>
      <dgm:t>
        <a:bodyPr/>
        <a:lstStyle/>
        <a:p>
          <a:endParaRPr lang="en-US"/>
        </a:p>
      </dgm:t>
    </dgm:pt>
    <dgm:pt modelId="{E13A8E35-F6EC-4EFC-9D74-ECD966819C88}">
      <dgm:prSet/>
      <dgm:spPr/>
      <dgm:t>
        <a:bodyPr/>
        <a:lstStyle/>
        <a:p>
          <a:r>
            <a:rPr lang="en-US" b="1" i="0" baseline="0"/>
            <a:t>Validation</a:t>
          </a:r>
          <a:r>
            <a:rPr lang="en-US" b="0" i="0" baseline="0"/>
            <a:t>: 20% split, ensure stable accuracy (94.52%) </a:t>
          </a:r>
          <a:endParaRPr lang="en-US"/>
        </a:p>
      </dgm:t>
    </dgm:pt>
    <dgm:pt modelId="{B52FAFD1-E581-43FB-9484-3C2C1D1C78F8}" type="parTrans" cxnId="{9D32D0D7-7FBE-4DF2-BD4B-0CB70E4F6A69}">
      <dgm:prSet/>
      <dgm:spPr/>
      <dgm:t>
        <a:bodyPr/>
        <a:lstStyle/>
        <a:p>
          <a:endParaRPr lang="en-US"/>
        </a:p>
      </dgm:t>
    </dgm:pt>
    <dgm:pt modelId="{BA7B58F2-3A93-49A8-879A-F71BEEA73EFF}" type="sibTrans" cxnId="{9D32D0D7-7FBE-4DF2-BD4B-0CB70E4F6A69}">
      <dgm:prSet/>
      <dgm:spPr/>
      <dgm:t>
        <a:bodyPr/>
        <a:lstStyle/>
        <a:p>
          <a:endParaRPr lang="en-US"/>
        </a:p>
      </dgm:t>
    </dgm:pt>
    <dgm:pt modelId="{B6478E9F-0B9F-4CF2-A1C7-5B1FB6C08294}">
      <dgm:prSet/>
      <dgm:spPr/>
      <dgm:t>
        <a:bodyPr/>
        <a:lstStyle/>
        <a:p>
          <a:r>
            <a:rPr lang="en-US" b="1" i="0" baseline="0" dirty="0"/>
            <a:t>Evaluation</a:t>
          </a:r>
          <a:r>
            <a:rPr lang="en-US" b="0" i="0" baseline="0" dirty="0"/>
            <a:t>: Accuracy 93.49%, F1 0.9370, MAE 0.0772 </a:t>
          </a:r>
          <a:endParaRPr lang="en-US" dirty="0"/>
        </a:p>
      </dgm:t>
    </dgm:pt>
    <dgm:pt modelId="{9233396C-3A53-4C9A-B7A2-39EBB446DE22}" type="parTrans" cxnId="{414CE938-D782-4CA6-803E-FB46B74A6A94}">
      <dgm:prSet/>
      <dgm:spPr/>
      <dgm:t>
        <a:bodyPr/>
        <a:lstStyle/>
        <a:p>
          <a:endParaRPr lang="en-US"/>
        </a:p>
      </dgm:t>
    </dgm:pt>
    <dgm:pt modelId="{521D585F-E781-4647-9EAE-A9FD9C09B2DB}" type="sibTrans" cxnId="{414CE938-D782-4CA6-803E-FB46B74A6A94}">
      <dgm:prSet/>
      <dgm:spPr/>
      <dgm:t>
        <a:bodyPr/>
        <a:lstStyle/>
        <a:p>
          <a:endParaRPr lang="en-US"/>
        </a:p>
      </dgm:t>
    </dgm:pt>
    <dgm:pt modelId="{FFCEA7EA-EA43-4D86-901B-52240EEC514F}">
      <dgm:prSet/>
      <dgm:spPr/>
      <dgm:t>
        <a:bodyPr/>
        <a:lstStyle/>
        <a:p>
          <a:r>
            <a:rPr lang="en-US" b="1" i="0" baseline="0"/>
            <a:t>Techniques</a:t>
          </a:r>
          <a:r>
            <a:rPr lang="en-US" b="0" i="0" baseline="0"/>
            <a:t>: Bidirectional layers, gradient clipping </a:t>
          </a:r>
          <a:endParaRPr lang="en-US"/>
        </a:p>
      </dgm:t>
    </dgm:pt>
    <dgm:pt modelId="{3DB4D498-BA7A-4DD7-AF89-02B6E62CF6F5}" type="parTrans" cxnId="{6431185E-FAF2-4AE4-9DA9-E59F9F699EBD}">
      <dgm:prSet/>
      <dgm:spPr/>
      <dgm:t>
        <a:bodyPr/>
        <a:lstStyle/>
        <a:p>
          <a:endParaRPr lang="en-US"/>
        </a:p>
      </dgm:t>
    </dgm:pt>
    <dgm:pt modelId="{B7062291-F759-4F8F-9EDD-F583EFF84DF8}" type="sibTrans" cxnId="{6431185E-FAF2-4AE4-9DA9-E59F9F699EBD}">
      <dgm:prSet/>
      <dgm:spPr/>
      <dgm:t>
        <a:bodyPr/>
        <a:lstStyle/>
        <a:p>
          <a:endParaRPr lang="en-US"/>
        </a:p>
      </dgm:t>
    </dgm:pt>
    <dgm:pt modelId="{89BD951F-2213-4D1D-97D4-CF8DF4D6CE9A}">
      <dgm:prSet/>
      <dgm:spPr/>
      <dgm:t>
        <a:bodyPr/>
        <a:lstStyle/>
        <a:p>
          <a:r>
            <a:rPr lang="en-US" b="1" i="0" baseline="0"/>
            <a:t>Outcome</a:t>
          </a:r>
          <a:r>
            <a:rPr lang="en-US" b="0" i="0" baseline="0"/>
            <a:t>: Capture long-term sentiment dependencies</a:t>
          </a:r>
          <a:endParaRPr lang="en-US"/>
        </a:p>
      </dgm:t>
    </dgm:pt>
    <dgm:pt modelId="{BF43F9B6-6487-4078-89D7-E2641E01428E}" type="parTrans" cxnId="{3E2FC692-73C7-4A7B-922D-4C84A0659224}">
      <dgm:prSet/>
      <dgm:spPr/>
      <dgm:t>
        <a:bodyPr/>
        <a:lstStyle/>
        <a:p>
          <a:endParaRPr lang="en-US"/>
        </a:p>
      </dgm:t>
    </dgm:pt>
    <dgm:pt modelId="{807AA989-7578-41E3-8076-FB9BA8E43E68}" type="sibTrans" cxnId="{3E2FC692-73C7-4A7B-922D-4C84A0659224}">
      <dgm:prSet/>
      <dgm:spPr/>
      <dgm:t>
        <a:bodyPr/>
        <a:lstStyle/>
        <a:p>
          <a:endParaRPr lang="en-US"/>
        </a:p>
      </dgm:t>
    </dgm:pt>
    <dgm:pt modelId="{C55C540C-D295-48B0-95F0-00CCC59C2DFA}" type="pres">
      <dgm:prSet presAssocID="{EA00E7EC-9983-4A89-98ED-39EFB81D8024}" presName="diagram" presStyleCnt="0">
        <dgm:presLayoutVars>
          <dgm:dir/>
          <dgm:resizeHandles val="exact"/>
        </dgm:presLayoutVars>
      </dgm:prSet>
      <dgm:spPr/>
    </dgm:pt>
    <dgm:pt modelId="{12D55292-A1D7-4AF2-B0EB-80941C9743F5}" type="pres">
      <dgm:prSet presAssocID="{B11DEC09-7D48-4ED1-A844-945FE41BE4AE}" presName="node" presStyleLbl="node1" presStyleIdx="0" presStyleCnt="7">
        <dgm:presLayoutVars>
          <dgm:bulletEnabled val="1"/>
        </dgm:presLayoutVars>
      </dgm:prSet>
      <dgm:spPr/>
    </dgm:pt>
    <dgm:pt modelId="{D927D2EF-9EB9-4A06-8460-FB11634B890B}" type="pres">
      <dgm:prSet presAssocID="{E2A52AFF-631A-4184-9B66-270B55B7B74D}" presName="sibTrans" presStyleCnt="0"/>
      <dgm:spPr/>
    </dgm:pt>
    <dgm:pt modelId="{87CD44DB-F7EA-4A08-8E09-F40D3D4CB799}" type="pres">
      <dgm:prSet presAssocID="{666D477E-E363-46D7-B4D2-A0D7F58E8B57}" presName="node" presStyleLbl="node1" presStyleIdx="1" presStyleCnt="7">
        <dgm:presLayoutVars>
          <dgm:bulletEnabled val="1"/>
        </dgm:presLayoutVars>
      </dgm:prSet>
      <dgm:spPr/>
    </dgm:pt>
    <dgm:pt modelId="{A821DA87-E678-4D15-9126-E991DF31DE0A}" type="pres">
      <dgm:prSet presAssocID="{C3215D02-4493-4C53-ACC5-6146B4D36BD5}" presName="sibTrans" presStyleCnt="0"/>
      <dgm:spPr/>
    </dgm:pt>
    <dgm:pt modelId="{F02ABF51-5B07-4AB9-96F4-48019AE3FB94}" type="pres">
      <dgm:prSet presAssocID="{B82E34F0-C549-43EF-B270-67D473F4A55A}" presName="node" presStyleLbl="node1" presStyleIdx="2" presStyleCnt="7">
        <dgm:presLayoutVars>
          <dgm:bulletEnabled val="1"/>
        </dgm:presLayoutVars>
      </dgm:prSet>
      <dgm:spPr/>
    </dgm:pt>
    <dgm:pt modelId="{804EFA9C-F3B8-4A05-B36C-B1D877D7E50F}" type="pres">
      <dgm:prSet presAssocID="{BC7EC3B1-61B8-493E-AC8C-62F5220DAB31}" presName="sibTrans" presStyleCnt="0"/>
      <dgm:spPr/>
    </dgm:pt>
    <dgm:pt modelId="{80FD6D9F-8E98-4EAD-9F87-7D78347A7A6B}" type="pres">
      <dgm:prSet presAssocID="{E13A8E35-F6EC-4EFC-9D74-ECD966819C88}" presName="node" presStyleLbl="node1" presStyleIdx="3" presStyleCnt="7">
        <dgm:presLayoutVars>
          <dgm:bulletEnabled val="1"/>
        </dgm:presLayoutVars>
      </dgm:prSet>
      <dgm:spPr/>
    </dgm:pt>
    <dgm:pt modelId="{9206FB11-AF93-4D13-959F-BC87EACE5FF6}" type="pres">
      <dgm:prSet presAssocID="{BA7B58F2-3A93-49A8-879A-F71BEEA73EFF}" presName="sibTrans" presStyleCnt="0"/>
      <dgm:spPr/>
    </dgm:pt>
    <dgm:pt modelId="{00B1DC26-FF40-43CA-A6BC-071F299BB74E}" type="pres">
      <dgm:prSet presAssocID="{B6478E9F-0B9F-4CF2-A1C7-5B1FB6C08294}" presName="node" presStyleLbl="node1" presStyleIdx="4" presStyleCnt="7">
        <dgm:presLayoutVars>
          <dgm:bulletEnabled val="1"/>
        </dgm:presLayoutVars>
      </dgm:prSet>
      <dgm:spPr/>
    </dgm:pt>
    <dgm:pt modelId="{D6EAAC82-778C-4CCA-A41B-E84D765CE851}" type="pres">
      <dgm:prSet presAssocID="{521D585F-E781-4647-9EAE-A9FD9C09B2DB}" presName="sibTrans" presStyleCnt="0"/>
      <dgm:spPr/>
    </dgm:pt>
    <dgm:pt modelId="{A74100F5-71AE-4DC5-A87A-6A290B3B14DA}" type="pres">
      <dgm:prSet presAssocID="{FFCEA7EA-EA43-4D86-901B-52240EEC514F}" presName="node" presStyleLbl="node1" presStyleIdx="5" presStyleCnt="7">
        <dgm:presLayoutVars>
          <dgm:bulletEnabled val="1"/>
        </dgm:presLayoutVars>
      </dgm:prSet>
      <dgm:spPr/>
    </dgm:pt>
    <dgm:pt modelId="{8E4C5DA0-15B3-469A-8F94-E4FA7B48FD5F}" type="pres">
      <dgm:prSet presAssocID="{B7062291-F759-4F8F-9EDD-F583EFF84DF8}" presName="sibTrans" presStyleCnt="0"/>
      <dgm:spPr/>
    </dgm:pt>
    <dgm:pt modelId="{2705412B-63AA-4697-93B4-D34BA0D266CE}" type="pres">
      <dgm:prSet presAssocID="{89BD951F-2213-4D1D-97D4-CF8DF4D6CE9A}" presName="node" presStyleLbl="node1" presStyleIdx="6" presStyleCnt="7">
        <dgm:presLayoutVars>
          <dgm:bulletEnabled val="1"/>
        </dgm:presLayoutVars>
      </dgm:prSet>
      <dgm:spPr/>
    </dgm:pt>
  </dgm:ptLst>
  <dgm:cxnLst>
    <dgm:cxn modelId="{F3E1CA1B-9B61-40FD-B8EF-D58E0BD6972C}" srcId="{EA00E7EC-9983-4A89-98ED-39EFB81D8024}" destId="{B82E34F0-C549-43EF-B270-67D473F4A55A}" srcOrd="2" destOrd="0" parTransId="{E30D5BBA-AF89-4A01-9675-91E77BCE4522}" sibTransId="{BC7EC3B1-61B8-493E-AC8C-62F5220DAB31}"/>
    <dgm:cxn modelId="{41E3091F-8FDE-446A-A908-8BCE41B67D76}" type="presOf" srcId="{B82E34F0-C549-43EF-B270-67D473F4A55A}" destId="{F02ABF51-5B07-4AB9-96F4-48019AE3FB94}" srcOrd="0" destOrd="0" presId="urn:microsoft.com/office/officeart/2005/8/layout/default"/>
    <dgm:cxn modelId="{03AB0C2E-48C9-4A11-8C57-EAC64023FC9B}" srcId="{EA00E7EC-9983-4A89-98ED-39EFB81D8024}" destId="{B11DEC09-7D48-4ED1-A844-945FE41BE4AE}" srcOrd="0" destOrd="0" parTransId="{77972A26-65C1-4E29-9EF4-9B87298045E4}" sibTransId="{E2A52AFF-631A-4184-9B66-270B55B7B74D}"/>
    <dgm:cxn modelId="{414CE938-D782-4CA6-803E-FB46B74A6A94}" srcId="{EA00E7EC-9983-4A89-98ED-39EFB81D8024}" destId="{B6478E9F-0B9F-4CF2-A1C7-5B1FB6C08294}" srcOrd="4" destOrd="0" parTransId="{9233396C-3A53-4C9A-B7A2-39EBB446DE22}" sibTransId="{521D585F-E781-4647-9EAE-A9FD9C09B2DB}"/>
    <dgm:cxn modelId="{6431185E-FAF2-4AE4-9DA9-E59F9F699EBD}" srcId="{EA00E7EC-9983-4A89-98ED-39EFB81D8024}" destId="{FFCEA7EA-EA43-4D86-901B-52240EEC514F}" srcOrd="5" destOrd="0" parTransId="{3DB4D498-BA7A-4DD7-AF89-02B6E62CF6F5}" sibTransId="{B7062291-F759-4F8F-9EDD-F583EFF84DF8}"/>
    <dgm:cxn modelId="{57FDE489-48EB-467F-ABC7-6157CD444F5A}" type="presOf" srcId="{666D477E-E363-46D7-B4D2-A0D7F58E8B57}" destId="{87CD44DB-F7EA-4A08-8E09-F40D3D4CB799}" srcOrd="0" destOrd="0" presId="urn:microsoft.com/office/officeart/2005/8/layout/default"/>
    <dgm:cxn modelId="{3E2FC692-73C7-4A7B-922D-4C84A0659224}" srcId="{EA00E7EC-9983-4A89-98ED-39EFB81D8024}" destId="{89BD951F-2213-4D1D-97D4-CF8DF4D6CE9A}" srcOrd="6" destOrd="0" parTransId="{BF43F9B6-6487-4078-89D7-E2641E01428E}" sibTransId="{807AA989-7578-41E3-8076-FB9BA8E43E68}"/>
    <dgm:cxn modelId="{BAD24899-3C93-4D05-8AFF-53DF1185FE91}" type="presOf" srcId="{EA00E7EC-9983-4A89-98ED-39EFB81D8024}" destId="{C55C540C-D295-48B0-95F0-00CCC59C2DFA}" srcOrd="0" destOrd="0" presId="urn:microsoft.com/office/officeart/2005/8/layout/default"/>
    <dgm:cxn modelId="{94FEE49E-F2D9-4143-9F43-94E9F5FA9E75}" srcId="{EA00E7EC-9983-4A89-98ED-39EFB81D8024}" destId="{666D477E-E363-46D7-B4D2-A0D7F58E8B57}" srcOrd="1" destOrd="0" parTransId="{3183B833-3981-42FF-8AA5-01A57579EA7B}" sibTransId="{C3215D02-4493-4C53-ACC5-6146B4D36BD5}"/>
    <dgm:cxn modelId="{5615DFB9-87E7-4B8A-A050-271B21F05D42}" type="presOf" srcId="{89BD951F-2213-4D1D-97D4-CF8DF4D6CE9A}" destId="{2705412B-63AA-4697-93B4-D34BA0D266CE}" srcOrd="0" destOrd="0" presId="urn:microsoft.com/office/officeart/2005/8/layout/default"/>
    <dgm:cxn modelId="{C6712BC6-2BBF-4253-BE9E-27C889352AF1}" type="presOf" srcId="{E13A8E35-F6EC-4EFC-9D74-ECD966819C88}" destId="{80FD6D9F-8E98-4EAD-9F87-7D78347A7A6B}" srcOrd="0" destOrd="0" presId="urn:microsoft.com/office/officeart/2005/8/layout/default"/>
    <dgm:cxn modelId="{9D32D0D7-7FBE-4DF2-BD4B-0CB70E4F6A69}" srcId="{EA00E7EC-9983-4A89-98ED-39EFB81D8024}" destId="{E13A8E35-F6EC-4EFC-9D74-ECD966819C88}" srcOrd="3" destOrd="0" parTransId="{B52FAFD1-E581-43FB-9484-3C2C1D1C78F8}" sibTransId="{BA7B58F2-3A93-49A8-879A-F71BEEA73EFF}"/>
    <dgm:cxn modelId="{6E0475DE-3A2E-4F90-9CF0-162370994323}" type="presOf" srcId="{B11DEC09-7D48-4ED1-A844-945FE41BE4AE}" destId="{12D55292-A1D7-4AF2-B0EB-80941C9743F5}" srcOrd="0" destOrd="0" presId="urn:microsoft.com/office/officeart/2005/8/layout/default"/>
    <dgm:cxn modelId="{DDF78EEB-A185-4191-A4AA-ADBA05BCABCB}" type="presOf" srcId="{FFCEA7EA-EA43-4D86-901B-52240EEC514F}" destId="{A74100F5-71AE-4DC5-A87A-6A290B3B14DA}" srcOrd="0" destOrd="0" presId="urn:microsoft.com/office/officeart/2005/8/layout/default"/>
    <dgm:cxn modelId="{8499B8F6-3EF9-4E82-8355-D19FBA9F8DB2}" type="presOf" srcId="{B6478E9F-0B9F-4CF2-A1C7-5B1FB6C08294}" destId="{00B1DC26-FF40-43CA-A6BC-071F299BB74E}" srcOrd="0" destOrd="0" presId="urn:microsoft.com/office/officeart/2005/8/layout/default"/>
    <dgm:cxn modelId="{315103F8-0FDB-41E4-AA42-BE7D982B4EA4}" type="presParOf" srcId="{C55C540C-D295-48B0-95F0-00CCC59C2DFA}" destId="{12D55292-A1D7-4AF2-B0EB-80941C9743F5}" srcOrd="0" destOrd="0" presId="urn:microsoft.com/office/officeart/2005/8/layout/default"/>
    <dgm:cxn modelId="{9272E772-DDE6-49B9-90F4-5B2FDA4BF44A}" type="presParOf" srcId="{C55C540C-D295-48B0-95F0-00CCC59C2DFA}" destId="{D927D2EF-9EB9-4A06-8460-FB11634B890B}" srcOrd="1" destOrd="0" presId="urn:microsoft.com/office/officeart/2005/8/layout/default"/>
    <dgm:cxn modelId="{F18CFE22-9B81-4A12-ABE2-942E37714360}" type="presParOf" srcId="{C55C540C-D295-48B0-95F0-00CCC59C2DFA}" destId="{87CD44DB-F7EA-4A08-8E09-F40D3D4CB799}" srcOrd="2" destOrd="0" presId="urn:microsoft.com/office/officeart/2005/8/layout/default"/>
    <dgm:cxn modelId="{F3DC1E8C-FDD1-4A1B-9C85-5C4AFA7ED8FF}" type="presParOf" srcId="{C55C540C-D295-48B0-95F0-00CCC59C2DFA}" destId="{A821DA87-E678-4D15-9126-E991DF31DE0A}" srcOrd="3" destOrd="0" presId="urn:microsoft.com/office/officeart/2005/8/layout/default"/>
    <dgm:cxn modelId="{82A3D7A5-429F-427E-99E3-EB6A8A2076E4}" type="presParOf" srcId="{C55C540C-D295-48B0-95F0-00CCC59C2DFA}" destId="{F02ABF51-5B07-4AB9-96F4-48019AE3FB94}" srcOrd="4" destOrd="0" presId="urn:microsoft.com/office/officeart/2005/8/layout/default"/>
    <dgm:cxn modelId="{0800660F-D6E3-4569-8976-B92DD9B0266C}" type="presParOf" srcId="{C55C540C-D295-48B0-95F0-00CCC59C2DFA}" destId="{804EFA9C-F3B8-4A05-B36C-B1D877D7E50F}" srcOrd="5" destOrd="0" presId="urn:microsoft.com/office/officeart/2005/8/layout/default"/>
    <dgm:cxn modelId="{89603545-6FEA-42B0-A583-E5925A4BBF43}" type="presParOf" srcId="{C55C540C-D295-48B0-95F0-00CCC59C2DFA}" destId="{80FD6D9F-8E98-4EAD-9F87-7D78347A7A6B}" srcOrd="6" destOrd="0" presId="urn:microsoft.com/office/officeart/2005/8/layout/default"/>
    <dgm:cxn modelId="{E07A99D6-AF72-4A97-A203-4E67615AAFB8}" type="presParOf" srcId="{C55C540C-D295-48B0-95F0-00CCC59C2DFA}" destId="{9206FB11-AF93-4D13-959F-BC87EACE5FF6}" srcOrd="7" destOrd="0" presId="urn:microsoft.com/office/officeart/2005/8/layout/default"/>
    <dgm:cxn modelId="{292CEE12-4AE2-4FF7-A33B-76D01C78EFB7}" type="presParOf" srcId="{C55C540C-D295-48B0-95F0-00CCC59C2DFA}" destId="{00B1DC26-FF40-43CA-A6BC-071F299BB74E}" srcOrd="8" destOrd="0" presId="urn:microsoft.com/office/officeart/2005/8/layout/default"/>
    <dgm:cxn modelId="{C3FB0F73-C297-4AD2-A30C-B733D3AB32E3}" type="presParOf" srcId="{C55C540C-D295-48B0-95F0-00CCC59C2DFA}" destId="{D6EAAC82-778C-4CCA-A41B-E84D765CE851}" srcOrd="9" destOrd="0" presId="urn:microsoft.com/office/officeart/2005/8/layout/default"/>
    <dgm:cxn modelId="{A1C27D95-D983-4F68-9775-0D5E090729B1}" type="presParOf" srcId="{C55C540C-D295-48B0-95F0-00CCC59C2DFA}" destId="{A74100F5-71AE-4DC5-A87A-6A290B3B14DA}" srcOrd="10" destOrd="0" presId="urn:microsoft.com/office/officeart/2005/8/layout/default"/>
    <dgm:cxn modelId="{BAD85B2A-F229-4025-AF7F-97EA6F3C722F}" type="presParOf" srcId="{C55C540C-D295-48B0-95F0-00CCC59C2DFA}" destId="{8E4C5DA0-15B3-469A-8F94-E4FA7B48FD5F}" srcOrd="11" destOrd="0" presId="urn:microsoft.com/office/officeart/2005/8/layout/default"/>
    <dgm:cxn modelId="{16BEE1D0-BDA5-4E0B-831B-5EF5DC02D517}" type="presParOf" srcId="{C55C540C-D295-48B0-95F0-00CCC59C2DFA}" destId="{2705412B-63AA-4697-93B4-D34BA0D266CE}" srcOrd="1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F9A3BF6-B170-423F-8736-C104B1206F31}"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F19E26E1-18BB-4527-AC5E-109637BDC914}">
      <dgm:prSet/>
      <dgm:spPr/>
      <dgm:t>
        <a:bodyPr/>
        <a:lstStyle/>
        <a:p>
          <a:r>
            <a:rPr lang="en-US" b="1" i="0" baseline="0"/>
            <a:t>Data Prep</a:t>
          </a:r>
          <a:r>
            <a:rPr lang="en-US" b="0" i="0" baseline="0"/>
            <a:t>: Embed ~50,000 samples with GloVe (200-dim) </a:t>
          </a:r>
          <a:endParaRPr lang="en-US"/>
        </a:p>
      </dgm:t>
    </dgm:pt>
    <dgm:pt modelId="{9A16D247-7E5B-4C8F-A0EC-0D72158F920E}" type="parTrans" cxnId="{C244425A-5800-4660-84A8-91AE4676D8B7}">
      <dgm:prSet/>
      <dgm:spPr/>
      <dgm:t>
        <a:bodyPr/>
        <a:lstStyle/>
        <a:p>
          <a:endParaRPr lang="en-US"/>
        </a:p>
      </dgm:t>
    </dgm:pt>
    <dgm:pt modelId="{68E8AB87-8A14-48F0-8313-85AEC09E6B25}" type="sibTrans" cxnId="{C244425A-5800-4660-84A8-91AE4676D8B7}">
      <dgm:prSet/>
      <dgm:spPr/>
      <dgm:t>
        <a:bodyPr/>
        <a:lstStyle/>
        <a:p>
          <a:endParaRPr lang="en-US"/>
        </a:p>
      </dgm:t>
    </dgm:pt>
    <dgm:pt modelId="{74FDB1D6-D62B-4B81-A216-1AB2F1E94B54}">
      <dgm:prSet/>
      <dgm:spPr/>
      <dgm:t>
        <a:bodyPr/>
        <a:lstStyle/>
        <a:p>
          <a:r>
            <a:rPr lang="en-US" b="1" i="0" baseline="0"/>
            <a:t>Model Setup</a:t>
          </a:r>
          <a:r>
            <a:rPr lang="en-US" b="0" i="0" baseline="0"/>
            <a:t>: 1D CNN, 64 filters, max pooling, 5-class softmax </a:t>
          </a:r>
          <a:endParaRPr lang="en-US"/>
        </a:p>
      </dgm:t>
    </dgm:pt>
    <dgm:pt modelId="{9E1426DB-0711-4172-873E-BC3BAEAFC0C6}" type="parTrans" cxnId="{5BAF242F-3538-45AE-886A-76389EFB391B}">
      <dgm:prSet/>
      <dgm:spPr/>
      <dgm:t>
        <a:bodyPr/>
        <a:lstStyle/>
        <a:p>
          <a:endParaRPr lang="en-US"/>
        </a:p>
      </dgm:t>
    </dgm:pt>
    <dgm:pt modelId="{C5561304-606F-4D54-856D-12D2D178A99D}" type="sibTrans" cxnId="{5BAF242F-3538-45AE-886A-76389EFB391B}">
      <dgm:prSet/>
      <dgm:spPr/>
      <dgm:t>
        <a:bodyPr/>
        <a:lstStyle/>
        <a:p>
          <a:endParaRPr lang="en-US"/>
        </a:p>
      </dgm:t>
    </dgm:pt>
    <dgm:pt modelId="{C60EC1D7-A79D-48C7-B744-999F5B3590EC}">
      <dgm:prSet/>
      <dgm:spPr/>
      <dgm:t>
        <a:bodyPr/>
        <a:lstStyle/>
        <a:p>
          <a:r>
            <a:rPr lang="en-US" b="1" i="0" baseline="0"/>
            <a:t>Training</a:t>
          </a:r>
          <a:r>
            <a:rPr lang="en-US" b="0" i="0" baseline="0"/>
            <a:t>: 5 epochs, ~7s/epoch, batch size 32, GPU </a:t>
          </a:r>
          <a:endParaRPr lang="en-US"/>
        </a:p>
      </dgm:t>
    </dgm:pt>
    <dgm:pt modelId="{9655F914-E5AB-4FC5-9AF3-253959A94735}" type="parTrans" cxnId="{88A712AA-CF27-4482-BE61-460F1008E3CD}">
      <dgm:prSet/>
      <dgm:spPr/>
      <dgm:t>
        <a:bodyPr/>
        <a:lstStyle/>
        <a:p>
          <a:endParaRPr lang="en-US"/>
        </a:p>
      </dgm:t>
    </dgm:pt>
    <dgm:pt modelId="{9AFE34AE-97AE-4F59-A9B1-46D63CFE0EFC}" type="sibTrans" cxnId="{88A712AA-CF27-4482-BE61-460F1008E3CD}">
      <dgm:prSet/>
      <dgm:spPr/>
      <dgm:t>
        <a:bodyPr/>
        <a:lstStyle/>
        <a:p>
          <a:endParaRPr lang="en-US"/>
        </a:p>
      </dgm:t>
    </dgm:pt>
    <dgm:pt modelId="{12332FE4-0BA0-4DD8-8192-A66BD683837A}">
      <dgm:prSet/>
      <dgm:spPr/>
      <dgm:t>
        <a:bodyPr/>
        <a:lstStyle/>
        <a:p>
          <a:r>
            <a:rPr lang="en-US" b="1" i="0" baseline="0"/>
            <a:t>Validation</a:t>
          </a:r>
          <a:r>
            <a:rPr lang="en-US" b="0" i="0" baseline="0"/>
            <a:t>: 20% split, confirm plateau at 94.66% </a:t>
          </a:r>
          <a:endParaRPr lang="en-US"/>
        </a:p>
      </dgm:t>
    </dgm:pt>
    <dgm:pt modelId="{18304C0C-1C2E-4A62-8D66-74AD3BF1F0AF}" type="parTrans" cxnId="{5F5B3DCF-DD5F-4CD6-8873-DCA9F276486C}">
      <dgm:prSet/>
      <dgm:spPr/>
      <dgm:t>
        <a:bodyPr/>
        <a:lstStyle/>
        <a:p>
          <a:endParaRPr lang="en-US"/>
        </a:p>
      </dgm:t>
    </dgm:pt>
    <dgm:pt modelId="{3D077E39-0D04-454F-B5AB-86C4B11A90AC}" type="sibTrans" cxnId="{5F5B3DCF-DD5F-4CD6-8873-DCA9F276486C}">
      <dgm:prSet/>
      <dgm:spPr/>
      <dgm:t>
        <a:bodyPr/>
        <a:lstStyle/>
        <a:p>
          <a:endParaRPr lang="en-US"/>
        </a:p>
      </dgm:t>
    </dgm:pt>
    <dgm:pt modelId="{8313B600-5CDE-465C-86D8-F69406E7A532}">
      <dgm:prSet/>
      <dgm:spPr/>
      <dgm:t>
        <a:bodyPr/>
        <a:lstStyle/>
        <a:p>
          <a:r>
            <a:rPr lang="en-US" b="1" i="0" baseline="0" dirty="0"/>
            <a:t>Evaluation</a:t>
          </a:r>
          <a:r>
            <a:rPr lang="en-US" b="0" i="0" baseline="0" dirty="0"/>
            <a:t>: Accuracy 94.2%, F1 0.944, MAE 0.0683</a:t>
          </a:r>
          <a:endParaRPr lang="en-US" dirty="0"/>
        </a:p>
      </dgm:t>
    </dgm:pt>
    <dgm:pt modelId="{244C493E-B951-48B7-A755-02762A76E823}" type="parTrans" cxnId="{B36797A6-1D3E-4F2A-A210-386CC1396245}">
      <dgm:prSet/>
      <dgm:spPr/>
      <dgm:t>
        <a:bodyPr/>
        <a:lstStyle/>
        <a:p>
          <a:endParaRPr lang="en-US"/>
        </a:p>
      </dgm:t>
    </dgm:pt>
    <dgm:pt modelId="{FC334F8E-E005-463A-B3DF-3FD67EB18AE3}" type="sibTrans" cxnId="{B36797A6-1D3E-4F2A-A210-386CC1396245}">
      <dgm:prSet/>
      <dgm:spPr/>
      <dgm:t>
        <a:bodyPr/>
        <a:lstStyle/>
        <a:p>
          <a:endParaRPr lang="en-US"/>
        </a:p>
      </dgm:t>
    </dgm:pt>
    <dgm:pt modelId="{57B8D379-0127-448A-9F89-2684408BDC08}">
      <dgm:prSet/>
      <dgm:spPr/>
      <dgm:t>
        <a:bodyPr/>
        <a:lstStyle/>
        <a:p>
          <a:r>
            <a:rPr lang="en-US" b="1" i="0" baseline="0"/>
            <a:t>Techniques</a:t>
          </a:r>
          <a:r>
            <a:rPr lang="en-US" b="0" i="0" baseline="0"/>
            <a:t>: L2 regularization for robustness </a:t>
          </a:r>
          <a:endParaRPr lang="en-US"/>
        </a:p>
      </dgm:t>
    </dgm:pt>
    <dgm:pt modelId="{0C120B20-35DA-447A-B880-55F535951071}" type="parTrans" cxnId="{7236291E-D68B-42FF-AF54-A1CB477C36FA}">
      <dgm:prSet/>
      <dgm:spPr/>
      <dgm:t>
        <a:bodyPr/>
        <a:lstStyle/>
        <a:p>
          <a:endParaRPr lang="en-US"/>
        </a:p>
      </dgm:t>
    </dgm:pt>
    <dgm:pt modelId="{5CCA3F4A-02A9-43B5-B85D-7E33DB7ABE1A}" type="sibTrans" cxnId="{7236291E-D68B-42FF-AF54-A1CB477C36FA}">
      <dgm:prSet/>
      <dgm:spPr/>
      <dgm:t>
        <a:bodyPr/>
        <a:lstStyle/>
        <a:p>
          <a:endParaRPr lang="en-US"/>
        </a:p>
      </dgm:t>
    </dgm:pt>
    <dgm:pt modelId="{93B4F86C-2C5D-4FBD-A9E8-240CB9265FBA}">
      <dgm:prSet/>
      <dgm:spPr/>
      <dgm:t>
        <a:bodyPr/>
        <a:lstStyle/>
        <a:p>
          <a:r>
            <a:rPr lang="en-US" b="1" i="0" baseline="0"/>
            <a:t>Outcome</a:t>
          </a:r>
          <a:r>
            <a:rPr lang="en-US" b="0" i="0" baseline="0"/>
            <a:t>: Extract local sentiment patterns efficiently</a:t>
          </a:r>
          <a:endParaRPr lang="en-US"/>
        </a:p>
      </dgm:t>
    </dgm:pt>
    <dgm:pt modelId="{6041516B-D86B-4A0D-B8B5-436CE092E9C4}" type="parTrans" cxnId="{70EDDC44-EE25-439C-B677-181A297BE8C3}">
      <dgm:prSet/>
      <dgm:spPr/>
      <dgm:t>
        <a:bodyPr/>
        <a:lstStyle/>
        <a:p>
          <a:endParaRPr lang="en-US"/>
        </a:p>
      </dgm:t>
    </dgm:pt>
    <dgm:pt modelId="{5BCE100C-83BD-4C82-B6F1-21D27F1A24B0}" type="sibTrans" cxnId="{70EDDC44-EE25-439C-B677-181A297BE8C3}">
      <dgm:prSet/>
      <dgm:spPr/>
      <dgm:t>
        <a:bodyPr/>
        <a:lstStyle/>
        <a:p>
          <a:endParaRPr lang="en-US"/>
        </a:p>
      </dgm:t>
    </dgm:pt>
    <dgm:pt modelId="{80938C44-ED90-46F9-8D66-7EE8F9742BFD}" type="pres">
      <dgm:prSet presAssocID="{EF9A3BF6-B170-423F-8736-C104B1206F31}" presName="diagram" presStyleCnt="0">
        <dgm:presLayoutVars>
          <dgm:dir/>
          <dgm:resizeHandles val="exact"/>
        </dgm:presLayoutVars>
      </dgm:prSet>
      <dgm:spPr/>
    </dgm:pt>
    <dgm:pt modelId="{D59807E3-AAD9-4068-9A46-006213A07954}" type="pres">
      <dgm:prSet presAssocID="{F19E26E1-18BB-4527-AC5E-109637BDC914}" presName="node" presStyleLbl="node1" presStyleIdx="0" presStyleCnt="7">
        <dgm:presLayoutVars>
          <dgm:bulletEnabled val="1"/>
        </dgm:presLayoutVars>
      </dgm:prSet>
      <dgm:spPr/>
    </dgm:pt>
    <dgm:pt modelId="{9BC5CDA0-C455-400B-B311-4434D701642D}" type="pres">
      <dgm:prSet presAssocID="{68E8AB87-8A14-48F0-8313-85AEC09E6B25}" presName="sibTrans" presStyleCnt="0"/>
      <dgm:spPr/>
    </dgm:pt>
    <dgm:pt modelId="{900015E2-46A2-402A-B84B-91DF3BEB162E}" type="pres">
      <dgm:prSet presAssocID="{74FDB1D6-D62B-4B81-A216-1AB2F1E94B54}" presName="node" presStyleLbl="node1" presStyleIdx="1" presStyleCnt="7">
        <dgm:presLayoutVars>
          <dgm:bulletEnabled val="1"/>
        </dgm:presLayoutVars>
      </dgm:prSet>
      <dgm:spPr/>
    </dgm:pt>
    <dgm:pt modelId="{BE22A37F-1125-4C82-8AB6-BCF43C720F2A}" type="pres">
      <dgm:prSet presAssocID="{C5561304-606F-4D54-856D-12D2D178A99D}" presName="sibTrans" presStyleCnt="0"/>
      <dgm:spPr/>
    </dgm:pt>
    <dgm:pt modelId="{4A0758C0-C71F-46FB-925F-9F785DAE9072}" type="pres">
      <dgm:prSet presAssocID="{C60EC1D7-A79D-48C7-B744-999F5B3590EC}" presName="node" presStyleLbl="node1" presStyleIdx="2" presStyleCnt="7">
        <dgm:presLayoutVars>
          <dgm:bulletEnabled val="1"/>
        </dgm:presLayoutVars>
      </dgm:prSet>
      <dgm:spPr/>
    </dgm:pt>
    <dgm:pt modelId="{5F6D0409-88F1-4E35-9F23-AC925CBA478F}" type="pres">
      <dgm:prSet presAssocID="{9AFE34AE-97AE-4F59-A9B1-46D63CFE0EFC}" presName="sibTrans" presStyleCnt="0"/>
      <dgm:spPr/>
    </dgm:pt>
    <dgm:pt modelId="{C92EC4EC-E6C8-4B31-B228-541F5F57DD64}" type="pres">
      <dgm:prSet presAssocID="{12332FE4-0BA0-4DD8-8192-A66BD683837A}" presName="node" presStyleLbl="node1" presStyleIdx="3" presStyleCnt="7">
        <dgm:presLayoutVars>
          <dgm:bulletEnabled val="1"/>
        </dgm:presLayoutVars>
      </dgm:prSet>
      <dgm:spPr/>
    </dgm:pt>
    <dgm:pt modelId="{D6ED7EE6-1F05-4BCC-847E-F2A28760BE61}" type="pres">
      <dgm:prSet presAssocID="{3D077E39-0D04-454F-B5AB-86C4B11A90AC}" presName="sibTrans" presStyleCnt="0"/>
      <dgm:spPr/>
    </dgm:pt>
    <dgm:pt modelId="{F821851A-791E-44D5-B491-0951F3C26B6D}" type="pres">
      <dgm:prSet presAssocID="{8313B600-5CDE-465C-86D8-F69406E7A532}" presName="node" presStyleLbl="node1" presStyleIdx="4" presStyleCnt="7">
        <dgm:presLayoutVars>
          <dgm:bulletEnabled val="1"/>
        </dgm:presLayoutVars>
      </dgm:prSet>
      <dgm:spPr/>
    </dgm:pt>
    <dgm:pt modelId="{A26FFF93-7F6B-434F-93CC-CB40B614676C}" type="pres">
      <dgm:prSet presAssocID="{FC334F8E-E005-463A-B3DF-3FD67EB18AE3}" presName="sibTrans" presStyleCnt="0"/>
      <dgm:spPr/>
    </dgm:pt>
    <dgm:pt modelId="{E20A9F0D-0E7F-4F4B-81E4-0347ED639ECC}" type="pres">
      <dgm:prSet presAssocID="{57B8D379-0127-448A-9F89-2684408BDC08}" presName="node" presStyleLbl="node1" presStyleIdx="5" presStyleCnt="7">
        <dgm:presLayoutVars>
          <dgm:bulletEnabled val="1"/>
        </dgm:presLayoutVars>
      </dgm:prSet>
      <dgm:spPr/>
    </dgm:pt>
    <dgm:pt modelId="{064FA326-22D5-40C6-BA45-42B9B07DF4BE}" type="pres">
      <dgm:prSet presAssocID="{5CCA3F4A-02A9-43B5-B85D-7E33DB7ABE1A}" presName="sibTrans" presStyleCnt="0"/>
      <dgm:spPr/>
    </dgm:pt>
    <dgm:pt modelId="{CC622571-3809-4BC0-BBE7-938962071C10}" type="pres">
      <dgm:prSet presAssocID="{93B4F86C-2C5D-4FBD-A9E8-240CB9265FBA}" presName="node" presStyleLbl="node1" presStyleIdx="6" presStyleCnt="7">
        <dgm:presLayoutVars>
          <dgm:bulletEnabled val="1"/>
        </dgm:presLayoutVars>
      </dgm:prSet>
      <dgm:spPr/>
    </dgm:pt>
  </dgm:ptLst>
  <dgm:cxnLst>
    <dgm:cxn modelId="{B8982E0F-4993-4514-BE1D-CB802221E97A}" type="presOf" srcId="{93B4F86C-2C5D-4FBD-A9E8-240CB9265FBA}" destId="{CC622571-3809-4BC0-BBE7-938962071C10}" srcOrd="0" destOrd="0" presId="urn:microsoft.com/office/officeart/2005/8/layout/default"/>
    <dgm:cxn modelId="{7236291E-D68B-42FF-AF54-A1CB477C36FA}" srcId="{EF9A3BF6-B170-423F-8736-C104B1206F31}" destId="{57B8D379-0127-448A-9F89-2684408BDC08}" srcOrd="5" destOrd="0" parTransId="{0C120B20-35DA-447A-B880-55F535951071}" sibTransId="{5CCA3F4A-02A9-43B5-B85D-7E33DB7ABE1A}"/>
    <dgm:cxn modelId="{5BAF242F-3538-45AE-886A-76389EFB391B}" srcId="{EF9A3BF6-B170-423F-8736-C104B1206F31}" destId="{74FDB1D6-D62B-4B81-A216-1AB2F1E94B54}" srcOrd="1" destOrd="0" parTransId="{9E1426DB-0711-4172-873E-BC3BAEAFC0C6}" sibTransId="{C5561304-606F-4D54-856D-12D2D178A99D}"/>
    <dgm:cxn modelId="{70EDDC44-EE25-439C-B677-181A297BE8C3}" srcId="{EF9A3BF6-B170-423F-8736-C104B1206F31}" destId="{93B4F86C-2C5D-4FBD-A9E8-240CB9265FBA}" srcOrd="6" destOrd="0" parTransId="{6041516B-D86B-4A0D-B8B5-436CE092E9C4}" sibTransId="{5BCE100C-83BD-4C82-B6F1-21D27F1A24B0}"/>
    <dgm:cxn modelId="{F3045F6C-B1FC-45B7-B380-A42E79C20B9E}" type="presOf" srcId="{F19E26E1-18BB-4527-AC5E-109637BDC914}" destId="{D59807E3-AAD9-4068-9A46-006213A07954}" srcOrd="0" destOrd="0" presId="urn:microsoft.com/office/officeart/2005/8/layout/default"/>
    <dgm:cxn modelId="{C244425A-5800-4660-84A8-91AE4676D8B7}" srcId="{EF9A3BF6-B170-423F-8736-C104B1206F31}" destId="{F19E26E1-18BB-4527-AC5E-109637BDC914}" srcOrd="0" destOrd="0" parTransId="{9A16D247-7E5B-4C8F-A0EC-0D72158F920E}" sibTransId="{68E8AB87-8A14-48F0-8313-85AEC09E6B25}"/>
    <dgm:cxn modelId="{0526E67F-21D0-443A-BC88-DF432F025985}" type="presOf" srcId="{57B8D379-0127-448A-9F89-2684408BDC08}" destId="{E20A9F0D-0E7F-4F4B-81E4-0347ED639ECC}" srcOrd="0" destOrd="0" presId="urn:microsoft.com/office/officeart/2005/8/layout/default"/>
    <dgm:cxn modelId="{481A5A81-D910-4AB2-B550-EBA4A0ABA9B8}" type="presOf" srcId="{C60EC1D7-A79D-48C7-B744-999F5B3590EC}" destId="{4A0758C0-C71F-46FB-925F-9F785DAE9072}" srcOrd="0" destOrd="0" presId="urn:microsoft.com/office/officeart/2005/8/layout/default"/>
    <dgm:cxn modelId="{32894A9F-014B-4B70-A90D-E7AA041A3DC1}" type="presOf" srcId="{8313B600-5CDE-465C-86D8-F69406E7A532}" destId="{F821851A-791E-44D5-B491-0951F3C26B6D}" srcOrd="0" destOrd="0" presId="urn:microsoft.com/office/officeart/2005/8/layout/default"/>
    <dgm:cxn modelId="{B36797A6-1D3E-4F2A-A210-386CC1396245}" srcId="{EF9A3BF6-B170-423F-8736-C104B1206F31}" destId="{8313B600-5CDE-465C-86D8-F69406E7A532}" srcOrd="4" destOrd="0" parTransId="{244C493E-B951-48B7-A755-02762A76E823}" sibTransId="{FC334F8E-E005-463A-B3DF-3FD67EB18AE3}"/>
    <dgm:cxn modelId="{88A712AA-CF27-4482-BE61-460F1008E3CD}" srcId="{EF9A3BF6-B170-423F-8736-C104B1206F31}" destId="{C60EC1D7-A79D-48C7-B744-999F5B3590EC}" srcOrd="2" destOrd="0" parTransId="{9655F914-E5AB-4FC5-9AF3-253959A94735}" sibTransId="{9AFE34AE-97AE-4F59-A9B1-46D63CFE0EFC}"/>
    <dgm:cxn modelId="{A4822FAA-D4F8-47FE-B5B5-71125A198DFF}" type="presOf" srcId="{12332FE4-0BA0-4DD8-8192-A66BD683837A}" destId="{C92EC4EC-E6C8-4B31-B228-541F5F57DD64}" srcOrd="0" destOrd="0" presId="urn:microsoft.com/office/officeart/2005/8/layout/default"/>
    <dgm:cxn modelId="{5F5B3DCF-DD5F-4CD6-8873-DCA9F276486C}" srcId="{EF9A3BF6-B170-423F-8736-C104B1206F31}" destId="{12332FE4-0BA0-4DD8-8192-A66BD683837A}" srcOrd="3" destOrd="0" parTransId="{18304C0C-1C2E-4A62-8D66-74AD3BF1F0AF}" sibTransId="{3D077E39-0D04-454F-B5AB-86C4B11A90AC}"/>
    <dgm:cxn modelId="{A4E87FD5-DF04-4663-8398-4D489AA8DB70}" type="presOf" srcId="{74FDB1D6-D62B-4B81-A216-1AB2F1E94B54}" destId="{900015E2-46A2-402A-B84B-91DF3BEB162E}" srcOrd="0" destOrd="0" presId="urn:microsoft.com/office/officeart/2005/8/layout/default"/>
    <dgm:cxn modelId="{F37244F6-EBF1-4E7D-9F7D-02D84BDC4A04}" type="presOf" srcId="{EF9A3BF6-B170-423F-8736-C104B1206F31}" destId="{80938C44-ED90-46F9-8D66-7EE8F9742BFD}" srcOrd="0" destOrd="0" presId="urn:microsoft.com/office/officeart/2005/8/layout/default"/>
    <dgm:cxn modelId="{3B51B497-658C-461E-9791-2947C4377A11}" type="presParOf" srcId="{80938C44-ED90-46F9-8D66-7EE8F9742BFD}" destId="{D59807E3-AAD9-4068-9A46-006213A07954}" srcOrd="0" destOrd="0" presId="urn:microsoft.com/office/officeart/2005/8/layout/default"/>
    <dgm:cxn modelId="{A21FA762-350C-49CC-B30B-60E07A76B09C}" type="presParOf" srcId="{80938C44-ED90-46F9-8D66-7EE8F9742BFD}" destId="{9BC5CDA0-C455-400B-B311-4434D701642D}" srcOrd="1" destOrd="0" presId="urn:microsoft.com/office/officeart/2005/8/layout/default"/>
    <dgm:cxn modelId="{3BB22313-873C-49F2-97E5-A7B6C46568BD}" type="presParOf" srcId="{80938C44-ED90-46F9-8D66-7EE8F9742BFD}" destId="{900015E2-46A2-402A-B84B-91DF3BEB162E}" srcOrd="2" destOrd="0" presId="urn:microsoft.com/office/officeart/2005/8/layout/default"/>
    <dgm:cxn modelId="{D4B95360-ABC7-44BA-B653-0FA598AA0B7F}" type="presParOf" srcId="{80938C44-ED90-46F9-8D66-7EE8F9742BFD}" destId="{BE22A37F-1125-4C82-8AB6-BCF43C720F2A}" srcOrd="3" destOrd="0" presId="urn:microsoft.com/office/officeart/2005/8/layout/default"/>
    <dgm:cxn modelId="{155CEF9D-1E5C-4657-A0C4-97826E49B7A0}" type="presParOf" srcId="{80938C44-ED90-46F9-8D66-7EE8F9742BFD}" destId="{4A0758C0-C71F-46FB-925F-9F785DAE9072}" srcOrd="4" destOrd="0" presId="urn:microsoft.com/office/officeart/2005/8/layout/default"/>
    <dgm:cxn modelId="{6C12E80A-32A6-4C7A-A31B-411CF8C220EA}" type="presParOf" srcId="{80938C44-ED90-46F9-8D66-7EE8F9742BFD}" destId="{5F6D0409-88F1-4E35-9F23-AC925CBA478F}" srcOrd="5" destOrd="0" presId="urn:microsoft.com/office/officeart/2005/8/layout/default"/>
    <dgm:cxn modelId="{30DB43C6-85D3-4CF4-AE3D-3CC503D2CF5F}" type="presParOf" srcId="{80938C44-ED90-46F9-8D66-7EE8F9742BFD}" destId="{C92EC4EC-E6C8-4B31-B228-541F5F57DD64}" srcOrd="6" destOrd="0" presId="urn:microsoft.com/office/officeart/2005/8/layout/default"/>
    <dgm:cxn modelId="{01F0A733-B428-4C1E-8B1D-9CDB02ECD7F0}" type="presParOf" srcId="{80938C44-ED90-46F9-8D66-7EE8F9742BFD}" destId="{D6ED7EE6-1F05-4BCC-847E-F2A28760BE61}" srcOrd="7" destOrd="0" presId="urn:microsoft.com/office/officeart/2005/8/layout/default"/>
    <dgm:cxn modelId="{B99CF7E4-A43F-4980-BDD6-6D5A0C6B5742}" type="presParOf" srcId="{80938C44-ED90-46F9-8D66-7EE8F9742BFD}" destId="{F821851A-791E-44D5-B491-0951F3C26B6D}" srcOrd="8" destOrd="0" presId="urn:microsoft.com/office/officeart/2005/8/layout/default"/>
    <dgm:cxn modelId="{53717E0F-113F-404B-88F3-735D9CCD38A9}" type="presParOf" srcId="{80938C44-ED90-46F9-8D66-7EE8F9742BFD}" destId="{A26FFF93-7F6B-434F-93CC-CB40B614676C}" srcOrd="9" destOrd="0" presId="urn:microsoft.com/office/officeart/2005/8/layout/default"/>
    <dgm:cxn modelId="{D1198244-B57E-4528-A722-F6695C2E8063}" type="presParOf" srcId="{80938C44-ED90-46F9-8D66-7EE8F9742BFD}" destId="{E20A9F0D-0E7F-4F4B-81E4-0347ED639ECC}" srcOrd="10" destOrd="0" presId="urn:microsoft.com/office/officeart/2005/8/layout/default"/>
    <dgm:cxn modelId="{3D5887F0-BC78-487C-BC1F-1E6B6A7BC571}" type="presParOf" srcId="{80938C44-ED90-46F9-8D66-7EE8F9742BFD}" destId="{064FA326-22D5-40C6-BA45-42B9B07DF4BE}" srcOrd="11" destOrd="0" presId="urn:microsoft.com/office/officeart/2005/8/layout/default"/>
    <dgm:cxn modelId="{EA7A5CD6-78E2-46BE-ACEF-F5049C6E3D41}" type="presParOf" srcId="{80938C44-ED90-46F9-8D66-7EE8F9742BFD}" destId="{CC622571-3809-4BC0-BBE7-938962071C10}" srcOrd="1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F373C4D-371C-4F8C-AD1B-495D52D98579}"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B4EEDFF1-F26D-4B36-8E63-F6E0775DDB06}">
      <dgm:prSet/>
      <dgm:spPr/>
      <dgm:t>
        <a:bodyPr/>
        <a:lstStyle/>
        <a:p>
          <a:r>
            <a:rPr lang="en-US" b="1" i="0" baseline="0" dirty="0"/>
            <a:t>Achievement</a:t>
          </a:r>
          <a:r>
            <a:rPr lang="en-US" b="0" i="0" baseline="0" dirty="0"/>
            <a:t>: BERT achieved 94.33% accuracy, outperforming every other model</a:t>
          </a:r>
          <a:endParaRPr lang="en-US" dirty="0"/>
        </a:p>
      </dgm:t>
    </dgm:pt>
    <dgm:pt modelId="{2822DA5F-F284-4A28-B83B-5D0793CFB19E}" type="parTrans" cxnId="{0FC4CA5F-DF78-4203-8472-80B5BB65CEF6}">
      <dgm:prSet/>
      <dgm:spPr/>
      <dgm:t>
        <a:bodyPr/>
        <a:lstStyle/>
        <a:p>
          <a:endParaRPr lang="en-US"/>
        </a:p>
      </dgm:t>
    </dgm:pt>
    <dgm:pt modelId="{26AC667D-1E14-4629-A4EF-8FA4EC382065}" type="sibTrans" cxnId="{0FC4CA5F-DF78-4203-8472-80B5BB65CEF6}">
      <dgm:prSet/>
      <dgm:spPr/>
      <dgm:t>
        <a:bodyPr/>
        <a:lstStyle/>
        <a:p>
          <a:endParaRPr lang="en-US"/>
        </a:p>
      </dgm:t>
    </dgm:pt>
    <dgm:pt modelId="{48B0CF74-CA00-4E73-B06E-E9FB55E5A642}">
      <dgm:prSet/>
      <dgm:spPr/>
      <dgm:t>
        <a:bodyPr/>
        <a:lstStyle/>
        <a:p>
          <a:r>
            <a:rPr lang="en-US" b="1" i="0" baseline="0" dirty="0"/>
            <a:t>Insights</a:t>
          </a:r>
          <a:r>
            <a:rPr lang="en-US" b="0" i="0" baseline="0" dirty="0"/>
            <a:t>: Balanced 50,000 samples enabled robust sentiment prediction (e.g., “well” → 5, “bad” → 1) </a:t>
          </a:r>
          <a:endParaRPr lang="en-US" dirty="0"/>
        </a:p>
      </dgm:t>
    </dgm:pt>
    <dgm:pt modelId="{75132CAE-5FFD-45D3-B398-3979BB014DEE}" type="parTrans" cxnId="{A5476DD8-F8B5-4F89-B914-561D108653ED}">
      <dgm:prSet/>
      <dgm:spPr/>
      <dgm:t>
        <a:bodyPr/>
        <a:lstStyle/>
        <a:p>
          <a:endParaRPr lang="en-US"/>
        </a:p>
      </dgm:t>
    </dgm:pt>
    <dgm:pt modelId="{4F2B5F83-107C-4436-AD96-6D3B6B2D18A8}" type="sibTrans" cxnId="{A5476DD8-F8B5-4F89-B914-561D108653ED}">
      <dgm:prSet/>
      <dgm:spPr/>
      <dgm:t>
        <a:bodyPr/>
        <a:lstStyle/>
        <a:p>
          <a:endParaRPr lang="en-US"/>
        </a:p>
      </dgm:t>
    </dgm:pt>
    <dgm:pt modelId="{C05671FA-9C5F-4A9A-962F-8116E707AFB3}">
      <dgm:prSet/>
      <dgm:spPr/>
      <dgm:t>
        <a:bodyPr/>
        <a:lstStyle/>
        <a:p>
          <a:r>
            <a:rPr lang="en-US" b="1" i="0" baseline="0" dirty="0"/>
            <a:t>Scalability</a:t>
          </a:r>
          <a:r>
            <a:rPr lang="en-US" b="0" i="0" baseline="0" dirty="0"/>
            <a:t>: System handles ~161,297 reviews, poised for larger datasets </a:t>
          </a:r>
          <a:endParaRPr lang="en-US" dirty="0"/>
        </a:p>
      </dgm:t>
    </dgm:pt>
    <dgm:pt modelId="{0FACD0F1-F800-485A-A460-44928E21156C}" type="parTrans" cxnId="{4314D3BC-B5DE-4A95-9411-8D3542246BE4}">
      <dgm:prSet/>
      <dgm:spPr/>
      <dgm:t>
        <a:bodyPr/>
        <a:lstStyle/>
        <a:p>
          <a:endParaRPr lang="en-US"/>
        </a:p>
      </dgm:t>
    </dgm:pt>
    <dgm:pt modelId="{90C73697-7D02-4F38-B334-F985E1B0A954}" type="sibTrans" cxnId="{4314D3BC-B5DE-4A95-9411-8D3542246BE4}">
      <dgm:prSet/>
      <dgm:spPr/>
      <dgm:t>
        <a:bodyPr/>
        <a:lstStyle/>
        <a:p>
          <a:endParaRPr lang="en-US"/>
        </a:p>
      </dgm:t>
    </dgm:pt>
    <dgm:pt modelId="{647E29E0-97EC-4FC5-B6CE-E48DEC074634}">
      <dgm:prSet/>
      <dgm:spPr/>
      <dgm:t>
        <a:bodyPr/>
        <a:lstStyle/>
        <a:p>
          <a:r>
            <a:rPr lang="en-US" b="1" i="0" baseline="0" dirty="0"/>
            <a:t>Diversity</a:t>
          </a:r>
          <a:r>
            <a:rPr lang="en-US" b="0" i="0" baseline="0" dirty="0"/>
            <a:t>: Visualizations reveal varied sentiments, aiding diverse healthcare needs </a:t>
          </a:r>
          <a:endParaRPr lang="en-US" dirty="0"/>
        </a:p>
      </dgm:t>
    </dgm:pt>
    <dgm:pt modelId="{9C71C517-D5A8-4D01-9649-89BE0429FB12}" type="parTrans" cxnId="{FD3B7BDD-B090-4B4D-8D39-BCE66091CE58}">
      <dgm:prSet/>
      <dgm:spPr/>
      <dgm:t>
        <a:bodyPr/>
        <a:lstStyle/>
        <a:p>
          <a:endParaRPr lang="en-US"/>
        </a:p>
      </dgm:t>
    </dgm:pt>
    <dgm:pt modelId="{EAA2570E-B272-4E83-A428-15056F2254FD}" type="sibTrans" cxnId="{FD3B7BDD-B090-4B4D-8D39-BCE66091CE58}">
      <dgm:prSet/>
      <dgm:spPr/>
      <dgm:t>
        <a:bodyPr/>
        <a:lstStyle/>
        <a:p>
          <a:endParaRPr lang="en-US"/>
        </a:p>
      </dgm:t>
    </dgm:pt>
    <dgm:pt modelId="{C7A28EF8-9A8F-498E-9374-F3E9A2928748}">
      <dgm:prSet/>
      <dgm:spPr/>
      <dgm:t>
        <a:bodyPr/>
        <a:lstStyle/>
        <a:p>
          <a:r>
            <a:rPr lang="en-US" b="1" i="0" baseline="0"/>
            <a:t>Application</a:t>
          </a:r>
          <a:r>
            <a:rPr lang="en-US" b="0" i="0" baseline="0"/>
            <a:t>: Supports drug improvement and patient decision-making</a:t>
          </a:r>
          <a:endParaRPr lang="en-US"/>
        </a:p>
      </dgm:t>
    </dgm:pt>
    <dgm:pt modelId="{919FC598-53A5-4BE8-972E-97A94B635952}" type="parTrans" cxnId="{5534739E-41CE-4A84-B9CD-858E00CFBD24}">
      <dgm:prSet/>
      <dgm:spPr/>
      <dgm:t>
        <a:bodyPr/>
        <a:lstStyle/>
        <a:p>
          <a:endParaRPr lang="en-US"/>
        </a:p>
      </dgm:t>
    </dgm:pt>
    <dgm:pt modelId="{255F9E73-5022-4291-AFD3-60A9AA0A2404}" type="sibTrans" cxnId="{5534739E-41CE-4A84-B9CD-858E00CFBD24}">
      <dgm:prSet/>
      <dgm:spPr/>
      <dgm:t>
        <a:bodyPr/>
        <a:lstStyle/>
        <a:p>
          <a:endParaRPr lang="en-US"/>
        </a:p>
      </dgm:t>
    </dgm:pt>
    <dgm:pt modelId="{B2BE5CCE-20A4-4C65-857F-2C0FB780EDE6}" type="pres">
      <dgm:prSet presAssocID="{AF373C4D-371C-4F8C-AD1B-495D52D98579}" presName="diagram" presStyleCnt="0">
        <dgm:presLayoutVars>
          <dgm:dir/>
          <dgm:resizeHandles val="exact"/>
        </dgm:presLayoutVars>
      </dgm:prSet>
      <dgm:spPr/>
    </dgm:pt>
    <dgm:pt modelId="{EC672941-70A5-4C4A-B072-0021A7636CD7}" type="pres">
      <dgm:prSet presAssocID="{B4EEDFF1-F26D-4B36-8E63-F6E0775DDB06}" presName="node" presStyleLbl="node1" presStyleIdx="0" presStyleCnt="5">
        <dgm:presLayoutVars>
          <dgm:bulletEnabled val="1"/>
        </dgm:presLayoutVars>
      </dgm:prSet>
      <dgm:spPr/>
    </dgm:pt>
    <dgm:pt modelId="{EF529450-4897-4BF7-82E9-799270A80625}" type="pres">
      <dgm:prSet presAssocID="{26AC667D-1E14-4629-A4EF-8FA4EC382065}" presName="sibTrans" presStyleCnt="0"/>
      <dgm:spPr/>
    </dgm:pt>
    <dgm:pt modelId="{DC925B97-CB81-47AC-97B7-E61E4904DE65}" type="pres">
      <dgm:prSet presAssocID="{48B0CF74-CA00-4E73-B06E-E9FB55E5A642}" presName="node" presStyleLbl="node1" presStyleIdx="1" presStyleCnt="5">
        <dgm:presLayoutVars>
          <dgm:bulletEnabled val="1"/>
        </dgm:presLayoutVars>
      </dgm:prSet>
      <dgm:spPr/>
    </dgm:pt>
    <dgm:pt modelId="{61CE4965-EAA9-4C44-86A2-D7206E258F56}" type="pres">
      <dgm:prSet presAssocID="{4F2B5F83-107C-4436-AD96-6D3B6B2D18A8}" presName="sibTrans" presStyleCnt="0"/>
      <dgm:spPr/>
    </dgm:pt>
    <dgm:pt modelId="{FCBA08E7-C7FB-40A6-AD72-0376062986B2}" type="pres">
      <dgm:prSet presAssocID="{C05671FA-9C5F-4A9A-962F-8116E707AFB3}" presName="node" presStyleLbl="node1" presStyleIdx="2" presStyleCnt="5">
        <dgm:presLayoutVars>
          <dgm:bulletEnabled val="1"/>
        </dgm:presLayoutVars>
      </dgm:prSet>
      <dgm:spPr/>
    </dgm:pt>
    <dgm:pt modelId="{434057BA-62EB-4276-AAA1-C0F5A2F558A0}" type="pres">
      <dgm:prSet presAssocID="{90C73697-7D02-4F38-B334-F985E1B0A954}" presName="sibTrans" presStyleCnt="0"/>
      <dgm:spPr/>
    </dgm:pt>
    <dgm:pt modelId="{14E05BB3-CD48-44D5-8106-E6949C8B0678}" type="pres">
      <dgm:prSet presAssocID="{647E29E0-97EC-4FC5-B6CE-E48DEC074634}" presName="node" presStyleLbl="node1" presStyleIdx="3" presStyleCnt="5">
        <dgm:presLayoutVars>
          <dgm:bulletEnabled val="1"/>
        </dgm:presLayoutVars>
      </dgm:prSet>
      <dgm:spPr/>
    </dgm:pt>
    <dgm:pt modelId="{A129D2A4-4D20-42A1-B295-96388CAE58BD}" type="pres">
      <dgm:prSet presAssocID="{EAA2570E-B272-4E83-A428-15056F2254FD}" presName="sibTrans" presStyleCnt="0"/>
      <dgm:spPr/>
    </dgm:pt>
    <dgm:pt modelId="{5EA4BBF0-6E7B-445F-A501-7225CAA46C2A}" type="pres">
      <dgm:prSet presAssocID="{C7A28EF8-9A8F-498E-9374-F3E9A2928748}" presName="node" presStyleLbl="node1" presStyleIdx="4" presStyleCnt="5">
        <dgm:presLayoutVars>
          <dgm:bulletEnabled val="1"/>
        </dgm:presLayoutVars>
      </dgm:prSet>
      <dgm:spPr/>
    </dgm:pt>
  </dgm:ptLst>
  <dgm:cxnLst>
    <dgm:cxn modelId="{7BF0EA37-4945-4C08-A226-07A964B586DD}" type="presOf" srcId="{B4EEDFF1-F26D-4B36-8E63-F6E0775DDB06}" destId="{EC672941-70A5-4C4A-B072-0021A7636CD7}" srcOrd="0" destOrd="0" presId="urn:microsoft.com/office/officeart/2005/8/layout/default"/>
    <dgm:cxn modelId="{0FC4CA5F-DF78-4203-8472-80B5BB65CEF6}" srcId="{AF373C4D-371C-4F8C-AD1B-495D52D98579}" destId="{B4EEDFF1-F26D-4B36-8E63-F6E0775DDB06}" srcOrd="0" destOrd="0" parTransId="{2822DA5F-F284-4A28-B83B-5D0793CFB19E}" sibTransId="{26AC667D-1E14-4629-A4EF-8FA4EC382065}"/>
    <dgm:cxn modelId="{73682075-3F2C-4397-8D22-8F4A129962AB}" type="presOf" srcId="{C7A28EF8-9A8F-498E-9374-F3E9A2928748}" destId="{5EA4BBF0-6E7B-445F-A501-7225CAA46C2A}" srcOrd="0" destOrd="0" presId="urn:microsoft.com/office/officeart/2005/8/layout/default"/>
    <dgm:cxn modelId="{6443097C-FF42-4030-9106-D6B5AEF967BD}" type="presOf" srcId="{647E29E0-97EC-4FC5-B6CE-E48DEC074634}" destId="{14E05BB3-CD48-44D5-8106-E6949C8B0678}" srcOrd="0" destOrd="0" presId="urn:microsoft.com/office/officeart/2005/8/layout/default"/>
    <dgm:cxn modelId="{DBBA2D8C-FB10-4496-B908-B435ABDFC0F7}" type="presOf" srcId="{48B0CF74-CA00-4E73-B06E-E9FB55E5A642}" destId="{DC925B97-CB81-47AC-97B7-E61E4904DE65}" srcOrd="0" destOrd="0" presId="urn:microsoft.com/office/officeart/2005/8/layout/default"/>
    <dgm:cxn modelId="{5534739E-41CE-4A84-B9CD-858E00CFBD24}" srcId="{AF373C4D-371C-4F8C-AD1B-495D52D98579}" destId="{C7A28EF8-9A8F-498E-9374-F3E9A2928748}" srcOrd="4" destOrd="0" parTransId="{919FC598-53A5-4BE8-972E-97A94B635952}" sibTransId="{255F9E73-5022-4291-AFD3-60A9AA0A2404}"/>
    <dgm:cxn modelId="{E8D293B2-9D7E-4A16-8F32-1C829AA5A052}" type="presOf" srcId="{AF373C4D-371C-4F8C-AD1B-495D52D98579}" destId="{B2BE5CCE-20A4-4C65-857F-2C0FB780EDE6}" srcOrd="0" destOrd="0" presId="urn:microsoft.com/office/officeart/2005/8/layout/default"/>
    <dgm:cxn modelId="{4314D3BC-B5DE-4A95-9411-8D3542246BE4}" srcId="{AF373C4D-371C-4F8C-AD1B-495D52D98579}" destId="{C05671FA-9C5F-4A9A-962F-8116E707AFB3}" srcOrd="2" destOrd="0" parTransId="{0FACD0F1-F800-485A-A460-44928E21156C}" sibTransId="{90C73697-7D02-4F38-B334-F985E1B0A954}"/>
    <dgm:cxn modelId="{42365EBD-DBE8-4903-BBD7-17EF5AEA91CB}" type="presOf" srcId="{C05671FA-9C5F-4A9A-962F-8116E707AFB3}" destId="{FCBA08E7-C7FB-40A6-AD72-0376062986B2}" srcOrd="0" destOrd="0" presId="urn:microsoft.com/office/officeart/2005/8/layout/default"/>
    <dgm:cxn modelId="{A5476DD8-F8B5-4F89-B914-561D108653ED}" srcId="{AF373C4D-371C-4F8C-AD1B-495D52D98579}" destId="{48B0CF74-CA00-4E73-B06E-E9FB55E5A642}" srcOrd="1" destOrd="0" parTransId="{75132CAE-5FFD-45D3-B398-3979BB014DEE}" sibTransId="{4F2B5F83-107C-4436-AD96-6D3B6B2D18A8}"/>
    <dgm:cxn modelId="{FD3B7BDD-B090-4B4D-8D39-BCE66091CE58}" srcId="{AF373C4D-371C-4F8C-AD1B-495D52D98579}" destId="{647E29E0-97EC-4FC5-B6CE-E48DEC074634}" srcOrd="3" destOrd="0" parTransId="{9C71C517-D5A8-4D01-9649-89BE0429FB12}" sibTransId="{EAA2570E-B272-4E83-A428-15056F2254FD}"/>
    <dgm:cxn modelId="{D7013E65-2D36-49D0-B3F8-E344C7D5E9D2}" type="presParOf" srcId="{B2BE5CCE-20A4-4C65-857F-2C0FB780EDE6}" destId="{EC672941-70A5-4C4A-B072-0021A7636CD7}" srcOrd="0" destOrd="0" presId="urn:microsoft.com/office/officeart/2005/8/layout/default"/>
    <dgm:cxn modelId="{1FE3E7DC-09BF-4C58-BEB3-46EC333A6768}" type="presParOf" srcId="{B2BE5CCE-20A4-4C65-857F-2C0FB780EDE6}" destId="{EF529450-4897-4BF7-82E9-799270A80625}" srcOrd="1" destOrd="0" presId="urn:microsoft.com/office/officeart/2005/8/layout/default"/>
    <dgm:cxn modelId="{DA9FF4E2-DE87-4C2A-9C2A-3CE902D891D1}" type="presParOf" srcId="{B2BE5CCE-20A4-4C65-857F-2C0FB780EDE6}" destId="{DC925B97-CB81-47AC-97B7-E61E4904DE65}" srcOrd="2" destOrd="0" presId="urn:microsoft.com/office/officeart/2005/8/layout/default"/>
    <dgm:cxn modelId="{AC069DBB-59DC-40AE-BA4D-280345809F49}" type="presParOf" srcId="{B2BE5CCE-20A4-4C65-857F-2C0FB780EDE6}" destId="{61CE4965-EAA9-4C44-86A2-D7206E258F56}" srcOrd="3" destOrd="0" presId="urn:microsoft.com/office/officeart/2005/8/layout/default"/>
    <dgm:cxn modelId="{F9884E12-1CE7-4928-821F-88DE1DD979E1}" type="presParOf" srcId="{B2BE5CCE-20A4-4C65-857F-2C0FB780EDE6}" destId="{FCBA08E7-C7FB-40A6-AD72-0376062986B2}" srcOrd="4" destOrd="0" presId="urn:microsoft.com/office/officeart/2005/8/layout/default"/>
    <dgm:cxn modelId="{15363660-890C-45FE-BA41-D03458E481FE}" type="presParOf" srcId="{B2BE5CCE-20A4-4C65-857F-2C0FB780EDE6}" destId="{434057BA-62EB-4276-AAA1-C0F5A2F558A0}" srcOrd="5" destOrd="0" presId="urn:microsoft.com/office/officeart/2005/8/layout/default"/>
    <dgm:cxn modelId="{1CB22627-3F02-46EF-BF81-A3549E31E0B6}" type="presParOf" srcId="{B2BE5CCE-20A4-4C65-857F-2C0FB780EDE6}" destId="{14E05BB3-CD48-44D5-8106-E6949C8B0678}" srcOrd="6" destOrd="0" presId="urn:microsoft.com/office/officeart/2005/8/layout/default"/>
    <dgm:cxn modelId="{01ABF795-B429-493D-A31E-1DBAB2713EC2}" type="presParOf" srcId="{B2BE5CCE-20A4-4C65-857F-2C0FB780EDE6}" destId="{A129D2A4-4D20-42A1-B295-96388CAE58BD}" srcOrd="7" destOrd="0" presId="urn:microsoft.com/office/officeart/2005/8/layout/default"/>
    <dgm:cxn modelId="{62C68456-7FCC-40F0-B336-31F422A49A49}" type="presParOf" srcId="{B2BE5CCE-20A4-4C65-857F-2C0FB780EDE6}" destId="{5EA4BBF0-6E7B-445F-A501-7225CAA46C2A}"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BC27228-00C3-4F2E-AA58-27AA532391A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0AE04585-1106-4EAE-B286-EFEF462A95CC}">
      <dgm:prSet/>
      <dgm:spPr/>
      <dgm:t>
        <a:bodyPr/>
        <a:lstStyle/>
        <a:p>
          <a:pPr>
            <a:lnSpc>
              <a:spcPct val="100000"/>
            </a:lnSpc>
          </a:pPr>
          <a:r>
            <a:rPr lang="en-US" b="1" dirty="0"/>
            <a:t>Multilingual Analysis</a:t>
          </a:r>
          <a:br>
            <a:rPr lang="en-US" dirty="0"/>
          </a:br>
          <a:r>
            <a:rPr lang="en-US" dirty="0"/>
            <a:t>Support sentiment analysis in major Indian languages for regional inclusivity.</a:t>
          </a:r>
        </a:p>
      </dgm:t>
    </dgm:pt>
    <dgm:pt modelId="{1A26B549-6164-4AF6-91FC-426EA012E9CB}" type="parTrans" cxnId="{CBDB97FA-8DED-4EA6-BFCC-3830DCF92C0B}">
      <dgm:prSet/>
      <dgm:spPr/>
      <dgm:t>
        <a:bodyPr/>
        <a:lstStyle/>
        <a:p>
          <a:endParaRPr lang="en-US"/>
        </a:p>
      </dgm:t>
    </dgm:pt>
    <dgm:pt modelId="{9D3B409B-C4D9-46B1-BA5C-8E133D1017F6}" type="sibTrans" cxnId="{CBDB97FA-8DED-4EA6-BFCC-3830DCF92C0B}">
      <dgm:prSet/>
      <dgm:spPr/>
      <dgm:t>
        <a:bodyPr/>
        <a:lstStyle/>
        <a:p>
          <a:pPr>
            <a:lnSpc>
              <a:spcPct val="100000"/>
            </a:lnSpc>
          </a:pPr>
          <a:endParaRPr lang="en-US"/>
        </a:p>
      </dgm:t>
    </dgm:pt>
    <dgm:pt modelId="{00A6A19D-0274-4C8F-9B9F-57C029978C73}">
      <dgm:prSet/>
      <dgm:spPr/>
      <dgm:t>
        <a:bodyPr/>
        <a:lstStyle/>
        <a:p>
          <a:pPr>
            <a:lnSpc>
              <a:spcPct val="100000"/>
            </a:lnSpc>
          </a:pPr>
          <a:r>
            <a:rPr lang="en-US" dirty="0"/>
            <a:t> </a:t>
          </a:r>
          <a:r>
            <a:rPr lang="en-US" b="1" dirty="0"/>
            <a:t>Real-Time Monitoring</a:t>
          </a:r>
          <a:br>
            <a:rPr lang="en-US" dirty="0"/>
          </a:br>
          <a:r>
            <a:rPr lang="en-US" dirty="0"/>
            <a:t>Interactive dashboard for live tracking and response to patient reviews.</a:t>
          </a:r>
        </a:p>
      </dgm:t>
    </dgm:pt>
    <dgm:pt modelId="{C31944BE-527F-4840-B128-9D168C9491FA}" type="parTrans" cxnId="{B1589EDD-00A4-471A-B820-A24DFCD488EE}">
      <dgm:prSet/>
      <dgm:spPr/>
      <dgm:t>
        <a:bodyPr/>
        <a:lstStyle/>
        <a:p>
          <a:endParaRPr lang="en-US"/>
        </a:p>
      </dgm:t>
    </dgm:pt>
    <dgm:pt modelId="{563BD18A-2A6D-4CAE-B753-FFE66AC22B24}" type="sibTrans" cxnId="{B1589EDD-00A4-471A-B820-A24DFCD488EE}">
      <dgm:prSet/>
      <dgm:spPr/>
      <dgm:t>
        <a:bodyPr/>
        <a:lstStyle/>
        <a:p>
          <a:pPr>
            <a:lnSpc>
              <a:spcPct val="100000"/>
            </a:lnSpc>
          </a:pPr>
          <a:endParaRPr lang="en-US"/>
        </a:p>
      </dgm:t>
    </dgm:pt>
    <dgm:pt modelId="{1E19BE0D-1917-41B8-B9C1-C207CD0570C2}">
      <dgm:prSet/>
      <dgm:spPr/>
      <dgm:t>
        <a:bodyPr/>
        <a:lstStyle/>
        <a:p>
          <a:pPr>
            <a:lnSpc>
              <a:spcPct val="100000"/>
            </a:lnSpc>
          </a:pPr>
          <a:r>
            <a:rPr lang="en-US" b="1" dirty="0"/>
            <a:t>RAG for Insights</a:t>
          </a:r>
          <a:br>
            <a:rPr lang="en-US" dirty="0"/>
          </a:br>
          <a:r>
            <a:rPr lang="en-US" dirty="0"/>
            <a:t>Use Retrieval-Augmented Generation to combine reviews with medical knowledge for contextual analysis and recommendations.</a:t>
          </a:r>
        </a:p>
      </dgm:t>
    </dgm:pt>
    <dgm:pt modelId="{526A0DB7-A023-453C-8DA0-2666B968EECA}" type="parTrans" cxnId="{2FB7A6D1-856F-41B9-A5FE-6CEEBBA1EC79}">
      <dgm:prSet/>
      <dgm:spPr/>
      <dgm:t>
        <a:bodyPr/>
        <a:lstStyle/>
        <a:p>
          <a:endParaRPr lang="en-US"/>
        </a:p>
      </dgm:t>
    </dgm:pt>
    <dgm:pt modelId="{583986C0-02BD-4330-A494-A647400FA4A0}" type="sibTrans" cxnId="{2FB7A6D1-856F-41B9-A5FE-6CEEBBA1EC79}">
      <dgm:prSet/>
      <dgm:spPr/>
      <dgm:t>
        <a:bodyPr/>
        <a:lstStyle/>
        <a:p>
          <a:pPr>
            <a:lnSpc>
              <a:spcPct val="100000"/>
            </a:lnSpc>
          </a:pPr>
          <a:endParaRPr lang="en-US"/>
        </a:p>
      </dgm:t>
    </dgm:pt>
    <dgm:pt modelId="{F0A47E57-3EFD-4407-9973-79950E059266}">
      <dgm:prSet/>
      <dgm:spPr/>
      <dgm:t>
        <a:bodyPr/>
        <a:lstStyle/>
        <a:p>
          <a:pPr>
            <a:lnSpc>
              <a:spcPct val="100000"/>
            </a:lnSpc>
          </a:pPr>
          <a:r>
            <a:rPr lang="en-US" b="1" dirty="0"/>
            <a:t>Cross-Platform Analysis</a:t>
          </a:r>
          <a:br>
            <a:rPr lang="en-US" dirty="0"/>
          </a:br>
          <a:r>
            <a:rPr lang="en-US" dirty="0"/>
            <a:t>Analyze feedback from social media, forums, and multiple review platforms beyond Google Maps.</a:t>
          </a:r>
        </a:p>
      </dgm:t>
    </dgm:pt>
    <dgm:pt modelId="{A72D1DCA-3FF9-4B2B-B558-C394B5FC3957}" type="parTrans" cxnId="{EDB05F00-86FA-4327-BA46-54E2F2AD5324}">
      <dgm:prSet/>
      <dgm:spPr/>
      <dgm:t>
        <a:bodyPr/>
        <a:lstStyle/>
        <a:p>
          <a:endParaRPr lang="en-US"/>
        </a:p>
      </dgm:t>
    </dgm:pt>
    <dgm:pt modelId="{1D9C71BE-7F45-499E-A9CA-C5412A12452D}" type="sibTrans" cxnId="{EDB05F00-86FA-4327-BA46-54E2F2AD5324}">
      <dgm:prSet/>
      <dgm:spPr/>
      <dgm:t>
        <a:bodyPr/>
        <a:lstStyle/>
        <a:p>
          <a:endParaRPr lang="en-US"/>
        </a:p>
      </dgm:t>
    </dgm:pt>
    <dgm:pt modelId="{85CD88D4-DFE6-4EF9-86CE-F16C153F8337}">
      <dgm:prSet/>
      <dgm:spPr/>
      <dgm:t>
        <a:bodyPr/>
        <a:lstStyle/>
        <a:p>
          <a:pPr>
            <a:lnSpc>
              <a:spcPct val="100000"/>
            </a:lnSpc>
          </a:pPr>
          <a:r>
            <a:rPr lang="en-US" b="1" dirty="0"/>
            <a:t>Advanced DL Models</a:t>
          </a:r>
          <a:br>
            <a:rPr lang="en-US" dirty="0"/>
          </a:br>
          <a:r>
            <a:rPr lang="en-US" dirty="0"/>
            <a:t>Leverage models like </a:t>
          </a:r>
          <a:r>
            <a:rPr lang="en-US" dirty="0" err="1"/>
            <a:t>RoBERTa</a:t>
          </a:r>
          <a:r>
            <a:rPr lang="en-US" dirty="0"/>
            <a:t>, </a:t>
          </a:r>
          <a:r>
            <a:rPr lang="en-US" dirty="0" err="1"/>
            <a:t>XLNet</a:t>
          </a:r>
          <a:r>
            <a:rPr lang="en-US" dirty="0"/>
            <a:t>, and GPT for improved aspect extraction and sentiment accuracy.</a:t>
          </a:r>
        </a:p>
      </dgm:t>
    </dgm:pt>
    <dgm:pt modelId="{57DF1DE4-F01F-47F6-9C15-3272EB55F018}" type="sibTrans" cxnId="{A8D7B19A-169E-4883-A824-7A84A59067B7}">
      <dgm:prSet/>
      <dgm:spPr/>
      <dgm:t>
        <a:bodyPr/>
        <a:lstStyle/>
        <a:p>
          <a:pPr>
            <a:lnSpc>
              <a:spcPct val="100000"/>
            </a:lnSpc>
          </a:pPr>
          <a:endParaRPr lang="en-US"/>
        </a:p>
      </dgm:t>
    </dgm:pt>
    <dgm:pt modelId="{7408A730-1666-4F44-B2DF-A4E81D23739E}" type="parTrans" cxnId="{A8D7B19A-169E-4883-A824-7A84A59067B7}">
      <dgm:prSet/>
      <dgm:spPr/>
      <dgm:t>
        <a:bodyPr/>
        <a:lstStyle/>
        <a:p>
          <a:endParaRPr lang="en-US"/>
        </a:p>
      </dgm:t>
    </dgm:pt>
    <dgm:pt modelId="{2691D535-7122-4226-AC29-03D2B23F6BDE}" type="pres">
      <dgm:prSet presAssocID="{CBC27228-00C3-4F2E-AA58-27AA532391AC}" presName="root" presStyleCnt="0">
        <dgm:presLayoutVars>
          <dgm:dir/>
          <dgm:resizeHandles val="exact"/>
        </dgm:presLayoutVars>
      </dgm:prSet>
      <dgm:spPr/>
    </dgm:pt>
    <dgm:pt modelId="{B9454AC7-14CF-4415-9CE5-800A1B7D71F9}" type="pres">
      <dgm:prSet presAssocID="{CBC27228-00C3-4F2E-AA58-27AA532391AC}" presName="container" presStyleCnt="0">
        <dgm:presLayoutVars>
          <dgm:dir/>
          <dgm:resizeHandles val="exact"/>
        </dgm:presLayoutVars>
      </dgm:prSet>
      <dgm:spPr/>
    </dgm:pt>
    <dgm:pt modelId="{3CEBD789-5A4D-40FC-9B23-AF4F36CAA583}" type="pres">
      <dgm:prSet presAssocID="{0AE04585-1106-4EAE-B286-EFEF462A95CC}" presName="compNode" presStyleCnt="0"/>
      <dgm:spPr/>
    </dgm:pt>
    <dgm:pt modelId="{A30E6D12-9F08-47B5-84D0-DE477E993B8B}" type="pres">
      <dgm:prSet presAssocID="{0AE04585-1106-4EAE-B286-EFEF462A95CC}" presName="iconBgRect" presStyleLbl="bgShp" presStyleIdx="0" presStyleCnt="5"/>
      <dgm:spPr/>
    </dgm:pt>
    <dgm:pt modelId="{931CC3DB-B1AC-4A58-8A67-0B3557D583AF}" type="pres">
      <dgm:prSet presAssocID="{0AE04585-1106-4EAE-B286-EFEF462A95C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a:ext>
      </dgm:extLst>
    </dgm:pt>
    <dgm:pt modelId="{45072A9C-E772-44CD-8DBB-97E03124F1E8}" type="pres">
      <dgm:prSet presAssocID="{0AE04585-1106-4EAE-B286-EFEF462A95CC}" presName="spaceRect" presStyleCnt="0"/>
      <dgm:spPr/>
    </dgm:pt>
    <dgm:pt modelId="{F8F80ACE-FB3F-4C6D-9BCF-277C5D46DF51}" type="pres">
      <dgm:prSet presAssocID="{0AE04585-1106-4EAE-B286-EFEF462A95CC}" presName="textRect" presStyleLbl="revTx" presStyleIdx="0" presStyleCnt="5">
        <dgm:presLayoutVars>
          <dgm:chMax val="1"/>
          <dgm:chPref val="1"/>
        </dgm:presLayoutVars>
      </dgm:prSet>
      <dgm:spPr/>
    </dgm:pt>
    <dgm:pt modelId="{0AF8EC2C-D4E4-4267-9D89-403A476A4329}" type="pres">
      <dgm:prSet presAssocID="{9D3B409B-C4D9-46B1-BA5C-8E133D1017F6}" presName="sibTrans" presStyleLbl="sibTrans2D1" presStyleIdx="0" presStyleCnt="0"/>
      <dgm:spPr/>
    </dgm:pt>
    <dgm:pt modelId="{FA440E27-2889-48A8-A0EF-5BCB8FF25A54}" type="pres">
      <dgm:prSet presAssocID="{00A6A19D-0274-4C8F-9B9F-57C029978C73}" presName="compNode" presStyleCnt="0"/>
      <dgm:spPr/>
    </dgm:pt>
    <dgm:pt modelId="{F6A9983B-215F-4AFC-A53B-907C8E90CC89}" type="pres">
      <dgm:prSet presAssocID="{00A6A19D-0274-4C8F-9B9F-57C029978C73}" presName="iconBgRect" presStyleLbl="bgShp" presStyleIdx="1" presStyleCnt="5"/>
      <dgm:spPr/>
    </dgm:pt>
    <dgm:pt modelId="{2AFF4CE2-5CDC-4F75-8F76-E9DDA8C40833}" type="pres">
      <dgm:prSet presAssocID="{00A6A19D-0274-4C8F-9B9F-57C029978C7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B64740F2-AE2B-465A-B3C9-A682D1EEEB99}" type="pres">
      <dgm:prSet presAssocID="{00A6A19D-0274-4C8F-9B9F-57C029978C73}" presName="spaceRect" presStyleCnt="0"/>
      <dgm:spPr/>
    </dgm:pt>
    <dgm:pt modelId="{E61D8B27-1F7F-4DCA-9EEE-FC7CFC5718D2}" type="pres">
      <dgm:prSet presAssocID="{00A6A19D-0274-4C8F-9B9F-57C029978C73}" presName="textRect" presStyleLbl="revTx" presStyleIdx="1" presStyleCnt="5">
        <dgm:presLayoutVars>
          <dgm:chMax val="1"/>
          <dgm:chPref val="1"/>
        </dgm:presLayoutVars>
      </dgm:prSet>
      <dgm:spPr/>
    </dgm:pt>
    <dgm:pt modelId="{0625AF96-4806-4C0E-9DE3-68152495B29D}" type="pres">
      <dgm:prSet presAssocID="{563BD18A-2A6D-4CAE-B753-FFE66AC22B24}" presName="sibTrans" presStyleLbl="sibTrans2D1" presStyleIdx="0" presStyleCnt="0"/>
      <dgm:spPr/>
    </dgm:pt>
    <dgm:pt modelId="{C220AB60-D83E-4031-BAC0-9439CED7B5D3}" type="pres">
      <dgm:prSet presAssocID="{1E19BE0D-1917-41B8-B9C1-C207CD0570C2}" presName="compNode" presStyleCnt="0"/>
      <dgm:spPr/>
    </dgm:pt>
    <dgm:pt modelId="{6933AB35-8E02-4A2C-86BD-99E9831F6F7E}" type="pres">
      <dgm:prSet presAssocID="{1E19BE0D-1917-41B8-B9C1-C207CD0570C2}" presName="iconBgRect" presStyleLbl="bgShp" presStyleIdx="2" presStyleCnt="5"/>
      <dgm:spPr/>
    </dgm:pt>
    <dgm:pt modelId="{F9C4B77F-E362-4269-B1A0-A52F47EE5204}" type="pres">
      <dgm:prSet presAssocID="{1E19BE0D-1917-41B8-B9C1-C207CD0570C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A912EB82-DB10-4323-BF62-7CB42810A681}" type="pres">
      <dgm:prSet presAssocID="{1E19BE0D-1917-41B8-B9C1-C207CD0570C2}" presName="spaceRect" presStyleCnt="0"/>
      <dgm:spPr/>
    </dgm:pt>
    <dgm:pt modelId="{85942666-F6F3-4D3D-8C63-2C70A53053D9}" type="pres">
      <dgm:prSet presAssocID="{1E19BE0D-1917-41B8-B9C1-C207CD0570C2}" presName="textRect" presStyleLbl="revTx" presStyleIdx="2" presStyleCnt="5">
        <dgm:presLayoutVars>
          <dgm:chMax val="1"/>
          <dgm:chPref val="1"/>
        </dgm:presLayoutVars>
      </dgm:prSet>
      <dgm:spPr/>
    </dgm:pt>
    <dgm:pt modelId="{4E2C04EB-2435-4FAB-8292-0A32D89940B3}" type="pres">
      <dgm:prSet presAssocID="{583986C0-02BD-4330-A494-A647400FA4A0}" presName="sibTrans" presStyleLbl="sibTrans2D1" presStyleIdx="0" presStyleCnt="0"/>
      <dgm:spPr/>
    </dgm:pt>
    <dgm:pt modelId="{4E8F3E58-0246-4497-B545-B68B4B996E8E}" type="pres">
      <dgm:prSet presAssocID="{85CD88D4-DFE6-4EF9-86CE-F16C153F8337}" presName="compNode" presStyleCnt="0"/>
      <dgm:spPr/>
    </dgm:pt>
    <dgm:pt modelId="{DF962DB1-0D8E-49DF-860D-49C9970B2820}" type="pres">
      <dgm:prSet presAssocID="{85CD88D4-DFE6-4EF9-86CE-F16C153F8337}" presName="iconBgRect" presStyleLbl="bgShp" presStyleIdx="3" presStyleCnt="5"/>
      <dgm:spPr/>
    </dgm:pt>
    <dgm:pt modelId="{96D1CB27-75E5-42E6-819C-3AF8941F0740}" type="pres">
      <dgm:prSet presAssocID="{85CD88D4-DFE6-4EF9-86CE-F16C153F833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atistics"/>
        </a:ext>
      </dgm:extLst>
    </dgm:pt>
    <dgm:pt modelId="{F077BD97-DF31-464E-B5E1-9D55EC84028E}" type="pres">
      <dgm:prSet presAssocID="{85CD88D4-DFE6-4EF9-86CE-F16C153F8337}" presName="spaceRect" presStyleCnt="0"/>
      <dgm:spPr/>
    </dgm:pt>
    <dgm:pt modelId="{AF5AD200-8256-40C5-BBAE-D2B010B26149}" type="pres">
      <dgm:prSet presAssocID="{85CD88D4-DFE6-4EF9-86CE-F16C153F8337}" presName="textRect" presStyleLbl="revTx" presStyleIdx="3" presStyleCnt="5">
        <dgm:presLayoutVars>
          <dgm:chMax val="1"/>
          <dgm:chPref val="1"/>
        </dgm:presLayoutVars>
      </dgm:prSet>
      <dgm:spPr/>
    </dgm:pt>
    <dgm:pt modelId="{D09FD526-9009-48A1-85DC-BE6DF52C89AD}" type="pres">
      <dgm:prSet presAssocID="{57DF1DE4-F01F-47F6-9C15-3272EB55F018}" presName="sibTrans" presStyleLbl="sibTrans2D1" presStyleIdx="0" presStyleCnt="0"/>
      <dgm:spPr/>
    </dgm:pt>
    <dgm:pt modelId="{721E858C-2031-4E03-A794-0658FBCD7507}" type="pres">
      <dgm:prSet presAssocID="{F0A47E57-3EFD-4407-9973-79950E059266}" presName="compNode" presStyleCnt="0"/>
      <dgm:spPr/>
    </dgm:pt>
    <dgm:pt modelId="{803AD97C-E061-44E3-86F0-B4E0AE6B0C68}" type="pres">
      <dgm:prSet presAssocID="{F0A47E57-3EFD-4407-9973-79950E059266}" presName="iconBgRect" presStyleLbl="bgShp" presStyleIdx="4" presStyleCnt="5"/>
      <dgm:spPr/>
    </dgm:pt>
    <dgm:pt modelId="{84B848B0-0360-4496-BDBE-A4259BB04EDF}" type="pres">
      <dgm:prSet presAssocID="{F0A47E57-3EFD-4407-9973-79950E05926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odcast"/>
        </a:ext>
      </dgm:extLst>
    </dgm:pt>
    <dgm:pt modelId="{BDBBE341-407A-49C9-8CC1-BFD45E3D369D}" type="pres">
      <dgm:prSet presAssocID="{F0A47E57-3EFD-4407-9973-79950E059266}" presName="spaceRect" presStyleCnt="0"/>
      <dgm:spPr/>
    </dgm:pt>
    <dgm:pt modelId="{EA496904-24D5-44D3-BE2A-CFE95AA197F7}" type="pres">
      <dgm:prSet presAssocID="{F0A47E57-3EFD-4407-9973-79950E059266}" presName="textRect" presStyleLbl="revTx" presStyleIdx="4" presStyleCnt="5">
        <dgm:presLayoutVars>
          <dgm:chMax val="1"/>
          <dgm:chPref val="1"/>
        </dgm:presLayoutVars>
      </dgm:prSet>
      <dgm:spPr/>
    </dgm:pt>
  </dgm:ptLst>
  <dgm:cxnLst>
    <dgm:cxn modelId="{EDB05F00-86FA-4327-BA46-54E2F2AD5324}" srcId="{CBC27228-00C3-4F2E-AA58-27AA532391AC}" destId="{F0A47E57-3EFD-4407-9973-79950E059266}" srcOrd="4" destOrd="0" parTransId="{A72D1DCA-3FF9-4B2B-B558-C394B5FC3957}" sibTransId="{1D9C71BE-7F45-499E-A9CA-C5412A12452D}"/>
    <dgm:cxn modelId="{F7FCE81D-C7A7-48CE-B1AB-DD135DB23D0A}" type="presOf" srcId="{583986C0-02BD-4330-A494-A647400FA4A0}" destId="{4E2C04EB-2435-4FAB-8292-0A32D89940B3}" srcOrd="0" destOrd="0" presId="urn:microsoft.com/office/officeart/2018/2/layout/IconCircleList"/>
    <dgm:cxn modelId="{880FF43B-8ECC-456F-9923-9C53B4C2DB97}" type="presOf" srcId="{00A6A19D-0274-4C8F-9B9F-57C029978C73}" destId="{E61D8B27-1F7F-4DCA-9EEE-FC7CFC5718D2}" srcOrd="0" destOrd="0" presId="urn:microsoft.com/office/officeart/2018/2/layout/IconCircleList"/>
    <dgm:cxn modelId="{2A16E764-9A3B-4984-B595-4867E0F2A5F7}" type="presOf" srcId="{85CD88D4-DFE6-4EF9-86CE-F16C153F8337}" destId="{AF5AD200-8256-40C5-BBAE-D2B010B26149}" srcOrd="0" destOrd="0" presId="urn:microsoft.com/office/officeart/2018/2/layout/IconCircleList"/>
    <dgm:cxn modelId="{6694E64D-C9CE-4326-93C4-DB1753415283}" type="presOf" srcId="{0AE04585-1106-4EAE-B286-EFEF462A95CC}" destId="{F8F80ACE-FB3F-4C6D-9BCF-277C5D46DF51}" srcOrd="0" destOrd="0" presId="urn:microsoft.com/office/officeart/2018/2/layout/IconCircleList"/>
    <dgm:cxn modelId="{A8D7B19A-169E-4883-A824-7A84A59067B7}" srcId="{CBC27228-00C3-4F2E-AA58-27AA532391AC}" destId="{85CD88D4-DFE6-4EF9-86CE-F16C153F8337}" srcOrd="3" destOrd="0" parTransId="{7408A730-1666-4F44-B2DF-A4E81D23739E}" sibTransId="{57DF1DE4-F01F-47F6-9C15-3272EB55F018}"/>
    <dgm:cxn modelId="{27C14FA1-C7A2-40C8-9B1F-FC6648F93308}" type="presOf" srcId="{57DF1DE4-F01F-47F6-9C15-3272EB55F018}" destId="{D09FD526-9009-48A1-85DC-BE6DF52C89AD}" srcOrd="0" destOrd="0" presId="urn:microsoft.com/office/officeart/2018/2/layout/IconCircleList"/>
    <dgm:cxn modelId="{A777CBBF-E100-45C4-B2CC-8F04A4A8BCF7}" type="presOf" srcId="{F0A47E57-3EFD-4407-9973-79950E059266}" destId="{EA496904-24D5-44D3-BE2A-CFE95AA197F7}" srcOrd="0" destOrd="0" presId="urn:microsoft.com/office/officeart/2018/2/layout/IconCircleList"/>
    <dgm:cxn modelId="{8DBA15C2-5D14-4141-9AF8-944D2D0A600A}" type="presOf" srcId="{CBC27228-00C3-4F2E-AA58-27AA532391AC}" destId="{2691D535-7122-4226-AC29-03D2B23F6BDE}" srcOrd="0" destOrd="0" presId="urn:microsoft.com/office/officeart/2018/2/layout/IconCircleList"/>
    <dgm:cxn modelId="{B8E4BEC3-21A8-40FB-9BFF-D67C14D5D72E}" type="presOf" srcId="{9D3B409B-C4D9-46B1-BA5C-8E133D1017F6}" destId="{0AF8EC2C-D4E4-4267-9D89-403A476A4329}" srcOrd="0" destOrd="0" presId="urn:microsoft.com/office/officeart/2018/2/layout/IconCircleList"/>
    <dgm:cxn modelId="{2FB7A6D1-856F-41B9-A5FE-6CEEBBA1EC79}" srcId="{CBC27228-00C3-4F2E-AA58-27AA532391AC}" destId="{1E19BE0D-1917-41B8-B9C1-C207CD0570C2}" srcOrd="2" destOrd="0" parTransId="{526A0DB7-A023-453C-8DA0-2666B968EECA}" sibTransId="{583986C0-02BD-4330-A494-A647400FA4A0}"/>
    <dgm:cxn modelId="{B1589EDD-00A4-471A-B820-A24DFCD488EE}" srcId="{CBC27228-00C3-4F2E-AA58-27AA532391AC}" destId="{00A6A19D-0274-4C8F-9B9F-57C029978C73}" srcOrd="1" destOrd="0" parTransId="{C31944BE-527F-4840-B128-9D168C9491FA}" sibTransId="{563BD18A-2A6D-4CAE-B753-FFE66AC22B24}"/>
    <dgm:cxn modelId="{142F85E4-1F36-4EE4-B039-757154E091AE}" type="presOf" srcId="{563BD18A-2A6D-4CAE-B753-FFE66AC22B24}" destId="{0625AF96-4806-4C0E-9DE3-68152495B29D}" srcOrd="0" destOrd="0" presId="urn:microsoft.com/office/officeart/2018/2/layout/IconCircleList"/>
    <dgm:cxn modelId="{6B24F3F9-86F2-4DB2-8B03-B92C9AF85216}" type="presOf" srcId="{1E19BE0D-1917-41B8-B9C1-C207CD0570C2}" destId="{85942666-F6F3-4D3D-8C63-2C70A53053D9}" srcOrd="0" destOrd="0" presId="urn:microsoft.com/office/officeart/2018/2/layout/IconCircleList"/>
    <dgm:cxn modelId="{CBDB97FA-8DED-4EA6-BFCC-3830DCF92C0B}" srcId="{CBC27228-00C3-4F2E-AA58-27AA532391AC}" destId="{0AE04585-1106-4EAE-B286-EFEF462A95CC}" srcOrd="0" destOrd="0" parTransId="{1A26B549-6164-4AF6-91FC-426EA012E9CB}" sibTransId="{9D3B409B-C4D9-46B1-BA5C-8E133D1017F6}"/>
    <dgm:cxn modelId="{A09CB0C5-A14F-4062-B67E-C641A74DD710}" type="presParOf" srcId="{2691D535-7122-4226-AC29-03D2B23F6BDE}" destId="{B9454AC7-14CF-4415-9CE5-800A1B7D71F9}" srcOrd="0" destOrd="0" presId="urn:microsoft.com/office/officeart/2018/2/layout/IconCircleList"/>
    <dgm:cxn modelId="{EC983ED8-9AD9-4F6A-A217-81005908CCCA}" type="presParOf" srcId="{B9454AC7-14CF-4415-9CE5-800A1B7D71F9}" destId="{3CEBD789-5A4D-40FC-9B23-AF4F36CAA583}" srcOrd="0" destOrd="0" presId="urn:microsoft.com/office/officeart/2018/2/layout/IconCircleList"/>
    <dgm:cxn modelId="{5790A7D6-2BEA-499C-B9B7-CA492430AD4F}" type="presParOf" srcId="{3CEBD789-5A4D-40FC-9B23-AF4F36CAA583}" destId="{A30E6D12-9F08-47B5-84D0-DE477E993B8B}" srcOrd="0" destOrd="0" presId="urn:microsoft.com/office/officeart/2018/2/layout/IconCircleList"/>
    <dgm:cxn modelId="{BA08AA63-9EA0-4352-909C-CC9D3A03534C}" type="presParOf" srcId="{3CEBD789-5A4D-40FC-9B23-AF4F36CAA583}" destId="{931CC3DB-B1AC-4A58-8A67-0B3557D583AF}" srcOrd="1" destOrd="0" presId="urn:microsoft.com/office/officeart/2018/2/layout/IconCircleList"/>
    <dgm:cxn modelId="{124A24FF-153F-4455-9149-95658AB79997}" type="presParOf" srcId="{3CEBD789-5A4D-40FC-9B23-AF4F36CAA583}" destId="{45072A9C-E772-44CD-8DBB-97E03124F1E8}" srcOrd="2" destOrd="0" presId="urn:microsoft.com/office/officeart/2018/2/layout/IconCircleList"/>
    <dgm:cxn modelId="{F12D8A41-C355-4C1B-AAA4-68ECB38BCFEF}" type="presParOf" srcId="{3CEBD789-5A4D-40FC-9B23-AF4F36CAA583}" destId="{F8F80ACE-FB3F-4C6D-9BCF-277C5D46DF51}" srcOrd="3" destOrd="0" presId="urn:microsoft.com/office/officeart/2018/2/layout/IconCircleList"/>
    <dgm:cxn modelId="{0F517FC9-CB66-4288-A77B-C065F5DA82B3}" type="presParOf" srcId="{B9454AC7-14CF-4415-9CE5-800A1B7D71F9}" destId="{0AF8EC2C-D4E4-4267-9D89-403A476A4329}" srcOrd="1" destOrd="0" presId="urn:microsoft.com/office/officeart/2018/2/layout/IconCircleList"/>
    <dgm:cxn modelId="{66416F6C-22FB-4C71-817D-4C363B69E5EA}" type="presParOf" srcId="{B9454AC7-14CF-4415-9CE5-800A1B7D71F9}" destId="{FA440E27-2889-48A8-A0EF-5BCB8FF25A54}" srcOrd="2" destOrd="0" presId="urn:microsoft.com/office/officeart/2018/2/layout/IconCircleList"/>
    <dgm:cxn modelId="{7E90F4C5-6EBE-4F2E-B625-5844D9D6C9C6}" type="presParOf" srcId="{FA440E27-2889-48A8-A0EF-5BCB8FF25A54}" destId="{F6A9983B-215F-4AFC-A53B-907C8E90CC89}" srcOrd="0" destOrd="0" presId="urn:microsoft.com/office/officeart/2018/2/layout/IconCircleList"/>
    <dgm:cxn modelId="{2EA72243-82F2-451B-BB2E-B3862E3F71F9}" type="presParOf" srcId="{FA440E27-2889-48A8-A0EF-5BCB8FF25A54}" destId="{2AFF4CE2-5CDC-4F75-8F76-E9DDA8C40833}" srcOrd="1" destOrd="0" presId="urn:microsoft.com/office/officeart/2018/2/layout/IconCircleList"/>
    <dgm:cxn modelId="{6492B52D-E46C-4642-9A42-EDDB2A89B56E}" type="presParOf" srcId="{FA440E27-2889-48A8-A0EF-5BCB8FF25A54}" destId="{B64740F2-AE2B-465A-B3C9-A682D1EEEB99}" srcOrd="2" destOrd="0" presId="urn:microsoft.com/office/officeart/2018/2/layout/IconCircleList"/>
    <dgm:cxn modelId="{43776843-0C66-4A48-934F-02BBC0087DF9}" type="presParOf" srcId="{FA440E27-2889-48A8-A0EF-5BCB8FF25A54}" destId="{E61D8B27-1F7F-4DCA-9EEE-FC7CFC5718D2}" srcOrd="3" destOrd="0" presId="urn:microsoft.com/office/officeart/2018/2/layout/IconCircleList"/>
    <dgm:cxn modelId="{5A0A9A41-40A0-46BB-A344-7629C1EAA5C8}" type="presParOf" srcId="{B9454AC7-14CF-4415-9CE5-800A1B7D71F9}" destId="{0625AF96-4806-4C0E-9DE3-68152495B29D}" srcOrd="3" destOrd="0" presId="urn:microsoft.com/office/officeart/2018/2/layout/IconCircleList"/>
    <dgm:cxn modelId="{434DA3BF-2E9B-49C0-9BB5-09E7B44ED19A}" type="presParOf" srcId="{B9454AC7-14CF-4415-9CE5-800A1B7D71F9}" destId="{C220AB60-D83E-4031-BAC0-9439CED7B5D3}" srcOrd="4" destOrd="0" presId="urn:microsoft.com/office/officeart/2018/2/layout/IconCircleList"/>
    <dgm:cxn modelId="{F750EB40-624D-4E4D-9361-792C4849CC70}" type="presParOf" srcId="{C220AB60-D83E-4031-BAC0-9439CED7B5D3}" destId="{6933AB35-8E02-4A2C-86BD-99E9831F6F7E}" srcOrd="0" destOrd="0" presId="urn:microsoft.com/office/officeart/2018/2/layout/IconCircleList"/>
    <dgm:cxn modelId="{906458D2-7A03-4769-BBBD-2138C621724B}" type="presParOf" srcId="{C220AB60-D83E-4031-BAC0-9439CED7B5D3}" destId="{F9C4B77F-E362-4269-B1A0-A52F47EE5204}" srcOrd="1" destOrd="0" presId="urn:microsoft.com/office/officeart/2018/2/layout/IconCircleList"/>
    <dgm:cxn modelId="{76406365-BBAC-415A-9A49-BE85EDB6A364}" type="presParOf" srcId="{C220AB60-D83E-4031-BAC0-9439CED7B5D3}" destId="{A912EB82-DB10-4323-BF62-7CB42810A681}" srcOrd="2" destOrd="0" presId="urn:microsoft.com/office/officeart/2018/2/layout/IconCircleList"/>
    <dgm:cxn modelId="{9FBC564E-4772-4FC8-B2AF-E96936BF800B}" type="presParOf" srcId="{C220AB60-D83E-4031-BAC0-9439CED7B5D3}" destId="{85942666-F6F3-4D3D-8C63-2C70A53053D9}" srcOrd="3" destOrd="0" presId="urn:microsoft.com/office/officeart/2018/2/layout/IconCircleList"/>
    <dgm:cxn modelId="{9C1B6579-F425-42DC-A6A6-241B1E057F39}" type="presParOf" srcId="{B9454AC7-14CF-4415-9CE5-800A1B7D71F9}" destId="{4E2C04EB-2435-4FAB-8292-0A32D89940B3}" srcOrd="5" destOrd="0" presId="urn:microsoft.com/office/officeart/2018/2/layout/IconCircleList"/>
    <dgm:cxn modelId="{41E37137-0D45-41DB-B71C-1AB4EE517389}" type="presParOf" srcId="{B9454AC7-14CF-4415-9CE5-800A1B7D71F9}" destId="{4E8F3E58-0246-4497-B545-B68B4B996E8E}" srcOrd="6" destOrd="0" presId="urn:microsoft.com/office/officeart/2018/2/layout/IconCircleList"/>
    <dgm:cxn modelId="{03D4EEEF-AE13-474E-9B59-BF37C6BD450F}" type="presParOf" srcId="{4E8F3E58-0246-4497-B545-B68B4B996E8E}" destId="{DF962DB1-0D8E-49DF-860D-49C9970B2820}" srcOrd="0" destOrd="0" presId="urn:microsoft.com/office/officeart/2018/2/layout/IconCircleList"/>
    <dgm:cxn modelId="{46B1E48A-7498-41AC-897A-8D96F79B08A7}" type="presParOf" srcId="{4E8F3E58-0246-4497-B545-B68B4B996E8E}" destId="{96D1CB27-75E5-42E6-819C-3AF8941F0740}" srcOrd="1" destOrd="0" presId="urn:microsoft.com/office/officeart/2018/2/layout/IconCircleList"/>
    <dgm:cxn modelId="{194F72B7-D382-4A4A-AA8A-099BD3A28AAD}" type="presParOf" srcId="{4E8F3E58-0246-4497-B545-B68B4B996E8E}" destId="{F077BD97-DF31-464E-B5E1-9D55EC84028E}" srcOrd="2" destOrd="0" presId="urn:microsoft.com/office/officeart/2018/2/layout/IconCircleList"/>
    <dgm:cxn modelId="{F4ADCDF7-6C74-4F28-8215-775E54032BF8}" type="presParOf" srcId="{4E8F3E58-0246-4497-B545-B68B4B996E8E}" destId="{AF5AD200-8256-40C5-BBAE-D2B010B26149}" srcOrd="3" destOrd="0" presId="urn:microsoft.com/office/officeart/2018/2/layout/IconCircleList"/>
    <dgm:cxn modelId="{0089CA95-5877-493D-B930-63CEAC8198F8}" type="presParOf" srcId="{B9454AC7-14CF-4415-9CE5-800A1B7D71F9}" destId="{D09FD526-9009-48A1-85DC-BE6DF52C89AD}" srcOrd="7" destOrd="0" presId="urn:microsoft.com/office/officeart/2018/2/layout/IconCircleList"/>
    <dgm:cxn modelId="{B8C1A6F1-52D3-416D-9313-A7A1F5E333FD}" type="presParOf" srcId="{B9454AC7-14CF-4415-9CE5-800A1B7D71F9}" destId="{721E858C-2031-4E03-A794-0658FBCD7507}" srcOrd="8" destOrd="0" presId="urn:microsoft.com/office/officeart/2018/2/layout/IconCircleList"/>
    <dgm:cxn modelId="{C5AFEA42-1010-423A-BBF7-A43C15CEEC23}" type="presParOf" srcId="{721E858C-2031-4E03-A794-0658FBCD7507}" destId="{803AD97C-E061-44E3-86F0-B4E0AE6B0C68}" srcOrd="0" destOrd="0" presId="urn:microsoft.com/office/officeart/2018/2/layout/IconCircleList"/>
    <dgm:cxn modelId="{CC25E898-3552-496E-847A-393F51E9EEF7}" type="presParOf" srcId="{721E858C-2031-4E03-A794-0658FBCD7507}" destId="{84B848B0-0360-4496-BDBE-A4259BB04EDF}" srcOrd="1" destOrd="0" presId="urn:microsoft.com/office/officeart/2018/2/layout/IconCircleList"/>
    <dgm:cxn modelId="{7C0E1E50-6FA2-4659-93F2-302066C7979D}" type="presParOf" srcId="{721E858C-2031-4E03-A794-0658FBCD7507}" destId="{BDBBE341-407A-49C9-8CC1-BFD45E3D369D}" srcOrd="2" destOrd="0" presId="urn:microsoft.com/office/officeart/2018/2/layout/IconCircleList"/>
    <dgm:cxn modelId="{94F13485-6FE7-48F8-92A5-2E601E29923D}" type="presParOf" srcId="{721E858C-2031-4E03-A794-0658FBCD7507}" destId="{EA496904-24D5-44D3-BE2A-CFE95AA197F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83320-BE2F-4172-A677-B2040E4CCC9F}">
      <dsp:nvSpPr>
        <dsp:cNvPr id="0" name=""/>
        <dsp:cNvSpPr/>
      </dsp:nvSpPr>
      <dsp:spPr>
        <a:xfrm>
          <a:off x="0" y="179987"/>
          <a:ext cx="4957516" cy="297450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0" i="0" kern="1200" dirty="0"/>
            <a:t>Online drug reviews offer insights into efficacy, side effects, and satisfaction.</a:t>
          </a:r>
          <a:endParaRPr lang="en-US" sz="3100" kern="1200" dirty="0"/>
        </a:p>
      </dsp:txBody>
      <dsp:txXfrm>
        <a:off x="0" y="179987"/>
        <a:ext cx="4957516" cy="2974509"/>
      </dsp:txXfrm>
    </dsp:sp>
    <dsp:sp modelId="{844DE971-2494-428F-8099-AE3D830C2AF1}">
      <dsp:nvSpPr>
        <dsp:cNvPr id="0" name=""/>
        <dsp:cNvSpPr/>
      </dsp:nvSpPr>
      <dsp:spPr>
        <a:xfrm>
          <a:off x="5453267" y="179987"/>
          <a:ext cx="4957516" cy="2974509"/>
        </a:xfrm>
        <a:prstGeom prst="rect">
          <a:avLst/>
        </a:prstGeom>
        <a:solidFill>
          <a:schemeClr val="accent2">
            <a:hueOff val="7071"/>
            <a:satOff val="-6897"/>
            <a:lumOff val="-35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0" i="0" kern="1200"/>
            <a:t>Rising volume demands </a:t>
          </a:r>
          <a:r>
            <a:rPr lang="en-US" sz="3100" b="1" i="0" kern="1200"/>
            <a:t>automated sentiment analysis</a:t>
          </a:r>
          <a:r>
            <a:rPr lang="en-US" sz="3100" b="0" i="0" kern="1200"/>
            <a:t> for actionable insights.</a:t>
          </a:r>
          <a:endParaRPr lang="en-US" sz="3100" kern="1200"/>
        </a:p>
      </dsp:txBody>
      <dsp:txXfrm>
        <a:off x="5453267" y="179987"/>
        <a:ext cx="4957516" cy="2974509"/>
      </dsp:txXfrm>
    </dsp:sp>
    <dsp:sp modelId="{3BE9F90B-3BD9-48F2-8278-742D5B56603A}">
      <dsp:nvSpPr>
        <dsp:cNvPr id="0" name=""/>
        <dsp:cNvSpPr/>
      </dsp:nvSpPr>
      <dsp:spPr>
        <a:xfrm>
          <a:off x="10906535" y="179987"/>
          <a:ext cx="4957516" cy="2974509"/>
        </a:xfrm>
        <a:prstGeom prst="rect">
          <a:avLst/>
        </a:prstGeom>
        <a:solidFill>
          <a:schemeClr val="accent2">
            <a:hueOff val="14141"/>
            <a:satOff val="-13795"/>
            <a:lumOff val="-7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a:t>Aspect-Based Sentiment Analysis (ABSA)</a:t>
          </a:r>
          <a:r>
            <a:rPr lang="en-US" sz="3100" b="0" i="0" kern="1200"/>
            <a:t> targets specific aspects (e.g., effectiveness, side effects) for </a:t>
          </a:r>
          <a:r>
            <a:rPr lang="en-US" sz="3100" b="1" i="0" kern="1200"/>
            <a:t>granular feedback</a:t>
          </a:r>
          <a:r>
            <a:rPr lang="en-US" sz="3100" b="0" i="0" kern="1200"/>
            <a:t>.</a:t>
          </a:r>
          <a:endParaRPr lang="en-US" sz="3100" kern="1200"/>
        </a:p>
      </dsp:txBody>
      <dsp:txXfrm>
        <a:off x="10906535" y="179987"/>
        <a:ext cx="4957516" cy="2974509"/>
      </dsp:txXfrm>
    </dsp:sp>
    <dsp:sp modelId="{3086769B-1DCE-4034-A673-4612B969A580}">
      <dsp:nvSpPr>
        <dsp:cNvPr id="0" name=""/>
        <dsp:cNvSpPr/>
      </dsp:nvSpPr>
      <dsp:spPr>
        <a:xfrm>
          <a:off x="0" y="3650248"/>
          <a:ext cx="4957516" cy="2974509"/>
        </a:xfrm>
        <a:prstGeom prst="rect">
          <a:avLst/>
        </a:prstGeom>
        <a:solidFill>
          <a:schemeClr val="accent2">
            <a:hueOff val="21212"/>
            <a:satOff val="-20692"/>
            <a:lumOff val="-106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0" i="0" kern="1200"/>
            <a:t>Project uses </a:t>
          </a:r>
          <a:r>
            <a:rPr lang="en-US" sz="3100" b="1" i="0" kern="1200"/>
            <a:t>deep learning (e.g., BERT)</a:t>
          </a:r>
          <a:r>
            <a:rPr lang="en-US" sz="3100" b="0" i="0" kern="1200"/>
            <a:t> to predict </a:t>
          </a:r>
          <a:r>
            <a:rPr lang="en-US" sz="3100" b="1" i="0" kern="1200"/>
            <a:t>star ratings (1–5)</a:t>
          </a:r>
          <a:r>
            <a:rPr lang="en-US" sz="3100" b="0" i="0" kern="1200"/>
            <a:t> with </a:t>
          </a:r>
          <a:r>
            <a:rPr lang="en-US" sz="3100" b="1" i="0" kern="1200"/>
            <a:t>&gt;80% accuracy</a:t>
          </a:r>
          <a:r>
            <a:rPr lang="en-US" sz="3100" b="0" i="0" kern="1200"/>
            <a:t>.</a:t>
          </a:r>
          <a:endParaRPr lang="en-US" sz="3100" kern="1200"/>
        </a:p>
      </dsp:txBody>
      <dsp:txXfrm>
        <a:off x="0" y="3650248"/>
        <a:ext cx="4957516" cy="2974509"/>
      </dsp:txXfrm>
    </dsp:sp>
    <dsp:sp modelId="{B8B56AB2-86DE-42F1-9367-2CC58391A40B}">
      <dsp:nvSpPr>
        <dsp:cNvPr id="0" name=""/>
        <dsp:cNvSpPr/>
      </dsp:nvSpPr>
      <dsp:spPr>
        <a:xfrm>
          <a:off x="5453267" y="3650248"/>
          <a:ext cx="4957516" cy="2974509"/>
        </a:xfrm>
        <a:prstGeom prst="rect">
          <a:avLst/>
        </a:prstGeom>
        <a:solidFill>
          <a:schemeClr val="accent2">
            <a:hueOff val="28282"/>
            <a:satOff val="-27590"/>
            <a:lumOff val="-141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0" i="0" kern="1200"/>
            <a:t>Helps patients make informed decisions and assists providers in improving treatments.</a:t>
          </a:r>
          <a:endParaRPr lang="en-US" sz="3100" kern="1200"/>
        </a:p>
      </dsp:txBody>
      <dsp:txXfrm>
        <a:off x="5453267" y="3650248"/>
        <a:ext cx="4957516" cy="2974509"/>
      </dsp:txXfrm>
    </dsp:sp>
    <dsp:sp modelId="{50A2B363-F48E-43AB-9C96-83603DB7A427}">
      <dsp:nvSpPr>
        <dsp:cNvPr id="0" name=""/>
        <dsp:cNvSpPr/>
      </dsp:nvSpPr>
      <dsp:spPr>
        <a:xfrm>
          <a:off x="10906535" y="3650248"/>
          <a:ext cx="4957516" cy="2974509"/>
        </a:xfrm>
        <a:prstGeom prst="rect">
          <a:avLst/>
        </a:prstGeom>
        <a:solidFill>
          <a:schemeClr val="accent2">
            <a:hueOff val="35353"/>
            <a:satOff val="-34487"/>
            <a:lumOff val="-176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0" i="0" kern="1200"/>
            <a:t>ABSA enables </a:t>
          </a:r>
          <a:r>
            <a:rPr lang="en-US" sz="3100" b="1" i="0" kern="1200"/>
            <a:t>precise, scalable feedback analysis</a:t>
          </a:r>
          <a:r>
            <a:rPr lang="en-US" sz="3100" b="0" i="0" kern="1200"/>
            <a:t> useful in </a:t>
          </a:r>
          <a:r>
            <a:rPr lang="en-US" sz="3100" b="1" i="0" kern="1200"/>
            <a:t>telemedicine, drug development, and patient care</a:t>
          </a:r>
          <a:r>
            <a:rPr lang="en-US" sz="3100" b="0" i="0" kern="1200"/>
            <a:t>.</a:t>
          </a:r>
          <a:endParaRPr lang="en-US" sz="3100" kern="1200"/>
        </a:p>
      </dsp:txBody>
      <dsp:txXfrm>
        <a:off x="10906535" y="3650248"/>
        <a:ext cx="4957516" cy="29745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C4C64F-6732-4A7F-AE21-270322461142}">
      <dsp:nvSpPr>
        <dsp:cNvPr id="0" name=""/>
        <dsp:cNvSpPr/>
      </dsp:nvSpPr>
      <dsp:spPr>
        <a:xfrm>
          <a:off x="5391" y="1220201"/>
          <a:ext cx="2919003" cy="4086604"/>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77" tIns="330200" rIns="227577" bIns="33020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Challenge</a:t>
          </a:r>
          <a:r>
            <a:rPr lang="en-US" sz="2500" b="0" i="0" kern="1200" baseline="0" dirty="0"/>
            <a:t>: Large number of reviews with mixed sentiments</a:t>
          </a:r>
          <a:endParaRPr lang="en-US" sz="2500" kern="1200" dirty="0"/>
        </a:p>
      </dsp:txBody>
      <dsp:txXfrm>
        <a:off x="5391" y="2773110"/>
        <a:ext cx="2919003" cy="2451962"/>
      </dsp:txXfrm>
    </dsp:sp>
    <dsp:sp modelId="{71D742C8-CA9F-44FF-BBA9-C9F85B9C4187}">
      <dsp:nvSpPr>
        <dsp:cNvPr id="0" name=""/>
        <dsp:cNvSpPr/>
      </dsp:nvSpPr>
      <dsp:spPr>
        <a:xfrm>
          <a:off x="851902" y="1628861"/>
          <a:ext cx="1225981" cy="1225981"/>
        </a:xfrm>
        <a:prstGeom prst="ellips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95582" tIns="12700" rIns="95582"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031443" y="1808402"/>
        <a:ext cx="866899" cy="866899"/>
      </dsp:txXfrm>
    </dsp:sp>
    <dsp:sp modelId="{2EEEFB3F-E74A-4B30-81CB-51DBB4F402AB}">
      <dsp:nvSpPr>
        <dsp:cNvPr id="0" name=""/>
        <dsp:cNvSpPr/>
      </dsp:nvSpPr>
      <dsp:spPr>
        <a:xfrm>
          <a:off x="5391" y="5306733"/>
          <a:ext cx="2919003" cy="72"/>
        </a:xfrm>
        <a:prstGeom prst="rect">
          <a:avLst/>
        </a:prstGeom>
        <a:solidFill>
          <a:schemeClr val="accent2">
            <a:hueOff val="3928"/>
            <a:satOff val="-3832"/>
            <a:lumOff val="-196"/>
            <a:alphaOff val="0"/>
          </a:schemeClr>
        </a:solidFill>
        <a:ln w="25400" cap="flat" cmpd="sng" algn="ctr">
          <a:solidFill>
            <a:schemeClr val="accent2">
              <a:hueOff val="3928"/>
              <a:satOff val="-3832"/>
              <a:lumOff val="-196"/>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DA9F174D-59FE-422F-B9ED-6FE9C5C6A122}">
      <dsp:nvSpPr>
        <dsp:cNvPr id="0" name=""/>
        <dsp:cNvSpPr/>
      </dsp:nvSpPr>
      <dsp:spPr>
        <a:xfrm>
          <a:off x="3216294" y="1220201"/>
          <a:ext cx="2919003" cy="4086604"/>
        </a:xfrm>
        <a:prstGeom prst="rect">
          <a:avLst/>
        </a:prstGeom>
        <a:solidFill>
          <a:schemeClr val="accent2">
            <a:tint val="40000"/>
            <a:alpha val="90000"/>
            <a:hueOff val="65717"/>
            <a:satOff val="-10912"/>
            <a:lumOff val="-642"/>
            <a:alphaOff val="0"/>
          </a:schemeClr>
        </a:solidFill>
        <a:ln w="25400" cap="flat" cmpd="sng" algn="ctr">
          <a:solidFill>
            <a:schemeClr val="accent2">
              <a:tint val="40000"/>
              <a:alpha val="90000"/>
              <a:hueOff val="65717"/>
              <a:satOff val="-10912"/>
              <a:lumOff val="-64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77" tIns="330200" rIns="227577" bIns="330200" numCol="1" spcCol="1270" anchor="t" anchorCtr="0">
          <a:noAutofit/>
        </a:bodyPr>
        <a:lstStyle/>
        <a:p>
          <a:pPr marL="0" lvl="0" indent="0" algn="l" defTabSz="1111250">
            <a:lnSpc>
              <a:spcPct val="90000"/>
            </a:lnSpc>
            <a:spcBef>
              <a:spcPct val="0"/>
            </a:spcBef>
            <a:spcAft>
              <a:spcPct val="35000"/>
            </a:spcAft>
            <a:buNone/>
          </a:pPr>
          <a:r>
            <a:rPr lang="en-US" sz="2500" b="1" i="0" kern="1200" baseline="0"/>
            <a:t>Issue</a:t>
          </a:r>
          <a:r>
            <a:rPr lang="en-US" sz="2500" b="0" i="0" kern="1200" baseline="0"/>
            <a:t>: Manual analysis is slow, inaccurate for large data </a:t>
          </a:r>
          <a:endParaRPr lang="en-US" sz="2500" kern="1200" dirty="0"/>
        </a:p>
      </dsp:txBody>
      <dsp:txXfrm>
        <a:off x="3216294" y="2773110"/>
        <a:ext cx="2919003" cy="2451962"/>
      </dsp:txXfrm>
    </dsp:sp>
    <dsp:sp modelId="{7DEF6379-E6EF-4424-862A-F762520C6C77}">
      <dsp:nvSpPr>
        <dsp:cNvPr id="0" name=""/>
        <dsp:cNvSpPr/>
      </dsp:nvSpPr>
      <dsp:spPr>
        <a:xfrm>
          <a:off x="4062805" y="1628861"/>
          <a:ext cx="1225981" cy="1225981"/>
        </a:xfrm>
        <a:prstGeom prst="ellipse">
          <a:avLst/>
        </a:prstGeom>
        <a:solidFill>
          <a:schemeClr val="accent2">
            <a:hueOff val="7856"/>
            <a:satOff val="-7664"/>
            <a:lumOff val="-392"/>
            <a:alphaOff val="0"/>
          </a:schemeClr>
        </a:solidFill>
        <a:ln w="25400" cap="flat" cmpd="sng" algn="ctr">
          <a:solidFill>
            <a:schemeClr val="accent2">
              <a:hueOff val="7856"/>
              <a:satOff val="-7664"/>
              <a:lumOff val="-392"/>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95582" tIns="12700" rIns="95582"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242346" y="1808402"/>
        <a:ext cx="866899" cy="866899"/>
      </dsp:txXfrm>
    </dsp:sp>
    <dsp:sp modelId="{45F5DDB3-624A-452D-BE14-3F7BA7BD9F8A}">
      <dsp:nvSpPr>
        <dsp:cNvPr id="0" name=""/>
        <dsp:cNvSpPr/>
      </dsp:nvSpPr>
      <dsp:spPr>
        <a:xfrm>
          <a:off x="3216294" y="5306733"/>
          <a:ext cx="2919003" cy="72"/>
        </a:xfrm>
        <a:prstGeom prst="rect">
          <a:avLst/>
        </a:prstGeom>
        <a:solidFill>
          <a:schemeClr val="accent2">
            <a:hueOff val="11784"/>
            <a:satOff val="-11496"/>
            <a:lumOff val="-589"/>
            <a:alphaOff val="0"/>
          </a:schemeClr>
        </a:solidFill>
        <a:ln w="25400" cap="flat" cmpd="sng" algn="ctr">
          <a:solidFill>
            <a:schemeClr val="accent2">
              <a:hueOff val="11784"/>
              <a:satOff val="-11496"/>
              <a:lumOff val="-589"/>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CD68A327-859A-4250-BFED-7FEAA0AC6323}">
      <dsp:nvSpPr>
        <dsp:cNvPr id="0" name=""/>
        <dsp:cNvSpPr/>
      </dsp:nvSpPr>
      <dsp:spPr>
        <a:xfrm>
          <a:off x="6427198" y="1220201"/>
          <a:ext cx="2919003" cy="4086604"/>
        </a:xfrm>
        <a:prstGeom prst="rect">
          <a:avLst/>
        </a:prstGeom>
        <a:solidFill>
          <a:schemeClr val="accent2">
            <a:tint val="40000"/>
            <a:alpha val="90000"/>
            <a:hueOff val="131434"/>
            <a:satOff val="-21823"/>
            <a:lumOff val="-1283"/>
            <a:alphaOff val="0"/>
          </a:schemeClr>
        </a:solidFill>
        <a:ln w="25400" cap="flat" cmpd="sng" algn="ctr">
          <a:solidFill>
            <a:schemeClr val="accent2">
              <a:tint val="40000"/>
              <a:alpha val="90000"/>
              <a:hueOff val="131434"/>
              <a:satOff val="-21823"/>
              <a:lumOff val="-128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77" tIns="330200" rIns="227577" bIns="33020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Limitation</a:t>
          </a:r>
          <a:r>
            <a:rPr lang="en-US" sz="2500" b="0" i="0" kern="1200" baseline="0" dirty="0"/>
            <a:t>: Existing methods struggle with aspect-specific insights </a:t>
          </a:r>
          <a:endParaRPr lang="en-US" sz="2500" kern="1200" dirty="0"/>
        </a:p>
      </dsp:txBody>
      <dsp:txXfrm>
        <a:off x="6427198" y="2773110"/>
        <a:ext cx="2919003" cy="2451962"/>
      </dsp:txXfrm>
    </dsp:sp>
    <dsp:sp modelId="{F6ADC311-C254-4DCD-975B-7E0D3958DEA2}">
      <dsp:nvSpPr>
        <dsp:cNvPr id="0" name=""/>
        <dsp:cNvSpPr/>
      </dsp:nvSpPr>
      <dsp:spPr>
        <a:xfrm>
          <a:off x="7273709" y="1628861"/>
          <a:ext cx="1225981" cy="1225981"/>
        </a:xfrm>
        <a:prstGeom prst="ellipse">
          <a:avLst/>
        </a:prstGeom>
        <a:solidFill>
          <a:schemeClr val="accent2">
            <a:hueOff val="15712"/>
            <a:satOff val="-15328"/>
            <a:lumOff val="-785"/>
            <a:alphaOff val="0"/>
          </a:schemeClr>
        </a:solidFill>
        <a:ln w="25400" cap="flat" cmpd="sng" algn="ctr">
          <a:solidFill>
            <a:schemeClr val="accent2">
              <a:hueOff val="15712"/>
              <a:satOff val="-15328"/>
              <a:lumOff val="-785"/>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95582" tIns="12700" rIns="95582"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7453250" y="1808402"/>
        <a:ext cx="866899" cy="866899"/>
      </dsp:txXfrm>
    </dsp:sp>
    <dsp:sp modelId="{724887D4-3E70-4618-8DA1-62863B677975}">
      <dsp:nvSpPr>
        <dsp:cNvPr id="0" name=""/>
        <dsp:cNvSpPr/>
      </dsp:nvSpPr>
      <dsp:spPr>
        <a:xfrm>
          <a:off x="6427198" y="5306733"/>
          <a:ext cx="2919003" cy="72"/>
        </a:xfrm>
        <a:prstGeom prst="rect">
          <a:avLst/>
        </a:prstGeom>
        <a:solidFill>
          <a:schemeClr val="accent2">
            <a:hueOff val="19641"/>
            <a:satOff val="-19159"/>
            <a:lumOff val="-981"/>
            <a:alphaOff val="0"/>
          </a:schemeClr>
        </a:solidFill>
        <a:ln w="25400" cap="flat" cmpd="sng" algn="ctr">
          <a:solidFill>
            <a:schemeClr val="accent2">
              <a:hueOff val="19641"/>
              <a:satOff val="-19159"/>
              <a:lumOff val="-981"/>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560008D0-EE8A-467D-8EC5-171BC1F76D6C}">
      <dsp:nvSpPr>
        <dsp:cNvPr id="0" name=""/>
        <dsp:cNvSpPr/>
      </dsp:nvSpPr>
      <dsp:spPr>
        <a:xfrm>
          <a:off x="9638101" y="1220201"/>
          <a:ext cx="2919003" cy="4086604"/>
        </a:xfrm>
        <a:prstGeom prst="rect">
          <a:avLst/>
        </a:prstGeom>
        <a:solidFill>
          <a:schemeClr val="accent2">
            <a:tint val="40000"/>
            <a:alpha val="90000"/>
            <a:hueOff val="197150"/>
            <a:satOff val="-32735"/>
            <a:lumOff val="-1925"/>
            <a:alphaOff val="0"/>
          </a:schemeClr>
        </a:solidFill>
        <a:ln w="25400" cap="flat" cmpd="sng" algn="ctr">
          <a:solidFill>
            <a:schemeClr val="accent2">
              <a:tint val="40000"/>
              <a:alpha val="90000"/>
              <a:hueOff val="197150"/>
              <a:satOff val="-32735"/>
              <a:lumOff val="-192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77" tIns="330200" rIns="227577" bIns="33020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Need</a:t>
          </a:r>
          <a:r>
            <a:rPr lang="en-US" sz="2500" b="0" i="0" kern="1200" baseline="0" dirty="0"/>
            <a:t>: Automated, high-accuracy sentiment prediction </a:t>
          </a:r>
          <a:endParaRPr lang="en-US" sz="2500" kern="1200" dirty="0"/>
        </a:p>
      </dsp:txBody>
      <dsp:txXfrm>
        <a:off x="9638101" y="2773110"/>
        <a:ext cx="2919003" cy="2451962"/>
      </dsp:txXfrm>
    </dsp:sp>
    <dsp:sp modelId="{0A2CCE9C-B30C-4F87-9809-80341151AC5B}">
      <dsp:nvSpPr>
        <dsp:cNvPr id="0" name=""/>
        <dsp:cNvSpPr/>
      </dsp:nvSpPr>
      <dsp:spPr>
        <a:xfrm>
          <a:off x="10484612" y="1628861"/>
          <a:ext cx="1225981" cy="1225981"/>
        </a:xfrm>
        <a:prstGeom prst="ellipse">
          <a:avLst/>
        </a:prstGeom>
        <a:solidFill>
          <a:schemeClr val="accent2">
            <a:hueOff val="23569"/>
            <a:satOff val="-22991"/>
            <a:lumOff val="-1177"/>
            <a:alphaOff val="0"/>
          </a:schemeClr>
        </a:solidFill>
        <a:ln w="25400" cap="flat" cmpd="sng" algn="ctr">
          <a:solidFill>
            <a:schemeClr val="accent2">
              <a:hueOff val="23569"/>
              <a:satOff val="-22991"/>
              <a:lumOff val="-1177"/>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95582" tIns="12700" rIns="95582" bIns="12700" numCol="1" spcCol="1270" anchor="ctr" anchorCtr="0">
          <a:noAutofit/>
        </a:bodyPr>
        <a:lstStyle/>
        <a:p>
          <a:pPr marL="0" lvl="0" indent="0" algn="ctr" defTabSz="2133600">
            <a:lnSpc>
              <a:spcPct val="90000"/>
            </a:lnSpc>
            <a:spcBef>
              <a:spcPct val="0"/>
            </a:spcBef>
            <a:spcAft>
              <a:spcPct val="35000"/>
            </a:spcAft>
            <a:buNone/>
          </a:pPr>
          <a:r>
            <a:rPr lang="en-US" sz="4800" kern="1200"/>
            <a:t>4</a:t>
          </a:r>
        </a:p>
      </dsp:txBody>
      <dsp:txXfrm>
        <a:off x="10664153" y="1808402"/>
        <a:ext cx="866899" cy="866899"/>
      </dsp:txXfrm>
    </dsp:sp>
    <dsp:sp modelId="{330797E7-6707-416F-9522-83B208C06EF7}">
      <dsp:nvSpPr>
        <dsp:cNvPr id="0" name=""/>
        <dsp:cNvSpPr/>
      </dsp:nvSpPr>
      <dsp:spPr>
        <a:xfrm>
          <a:off x="9638101" y="5306733"/>
          <a:ext cx="2919003" cy="72"/>
        </a:xfrm>
        <a:prstGeom prst="rect">
          <a:avLst/>
        </a:prstGeom>
        <a:solidFill>
          <a:schemeClr val="accent2">
            <a:hueOff val="27497"/>
            <a:satOff val="-26823"/>
            <a:lumOff val="-1374"/>
            <a:alphaOff val="0"/>
          </a:schemeClr>
        </a:solidFill>
        <a:ln w="25400" cap="flat" cmpd="sng" algn="ctr">
          <a:solidFill>
            <a:schemeClr val="accent2">
              <a:hueOff val="27497"/>
              <a:satOff val="-26823"/>
              <a:lumOff val="-1374"/>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E3D1D00C-B31E-4A85-9AE9-4BA5796E2B77}">
      <dsp:nvSpPr>
        <dsp:cNvPr id="0" name=""/>
        <dsp:cNvSpPr/>
      </dsp:nvSpPr>
      <dsp:spPr>
        <a:xfrm>
          <a:off x="12849005" y="1220201"/>
          <a:ext cx="2919003" cy="4086604"/>
        </a:xfrm>
        <a:prstGeom prst="rect">
          <a:avLst/>
        </a:prstGeom>
        <a:solidFill>
          <a:schemeClr val="accent2">
            <a:tint val="40000"/>
            <a:alpha val="90000"/>
            <a:hueOff val="262867"/>
            <a:satOff val="-43647"/>
            <a:lumOff val="-2566"/>
            <a:alphaOff val="0"/>
          </a:schemeClr>
        </a:solidFill>
        <a:ln w="25400" cap="flat" cmpd="sng" algn="ctr">
          <a:solidFill>
            <a:schemeClr val="accent2">
              <a:tint val="40000"/>
              <a:alpha val="90000"/>
              <a:hueOff val="262867"/>
              <a:satOff val="-43647"/>
              <a:lumOff val="-256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77" tIns="330200" rIns="227577" bIns="33020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Impact</a:t>
          </a:r>
          <a:r>
            <a:rPr lang="en-US" sz="2500" b="0" i="0" kern="1200" baseline="0" dirty="0"/>
            <a:t>: Improves healthcare decision-making</a:t>
          </a:r>
          <a:endParaRPr lang="en-US" sz="2500" kern="1200" dirty="0"/>
        </a:p>
      </dsp:txBody>
      <dsp:txXfrm>
        <a:off x="12849005" y="2773110"/>
        <a:ext cx="2919003" cy="2451962"/>
      </dsp:txXfrm>
    </dsp:sp>
    <dsp:sp modelId="{10BB716E-4BAF-4572-89D5-D64C1E7600BE}">
      <dsp:nvSpPr>
        <dsp:cNvPr id="0" name=""/>
        <dsp:cNvSpPr/>
      </dsp:nvSpPr>
      <dsp:spPr>
        <a:xfrm>
          <a:off x="13695516" y="1628861"/>
          <a:ext cx="1225981" cy="1225981"/>
        </a:xfrm>
        <a:prstGeom prst="ellipse">
          <a:avLst/>
        </a:prstGeom>
        <a:solidFill>
          <a:schemeClr val="accent2">
            <a:hueOff val="31425"/>
            <a:satOff val="-30655"/>
            <a:lumOff val="-1570"/>
            <a:alphaOff val="0"/>
          </a:schemeClr>
        </a:solidFill>
        <a:ln w="25400" cap="flat" cmpd="sng" algn="ctr">
          <a:solidFill>
            <a:schemeClr val="accent2">
              <a:hueOff val="31425"/>
              <a:satOff val="-30655"/>
              <a:lumOff val="-157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95582" tIns="12700" rIns="95582" bIns="12700" numCol="1" spcCol="1270" anchor="ctr" anchorCtr="0">
          <a:noAutofit/>
        </a:bodyPr>
        <a:lstStyle/>
        <a:p>
          <a:pPr marL="0" lvl="0" indent="0" algn="ctr" defTabSz="2133600">
            <a:lnSpc>
              <a:spcPct val="90000"/>
            </a:lnSpc>
            <a:spcBef>
              <a:spcPct val="0"/>
            </a:spcBef>
            <a:spcAft>
              <a:spcPct val="35000"/>
            </a:spcAft>
            <a:buNone/>
          </a:pPr>
          <a:r>
            <a:rPr lang="en-US" sz="4800" kern="1200"/>
            <a:t>5</a:t>
          </a:r>
        </a:p>
      </dsp:txBody>
      <dsp:txXfrm>
        <a:off x="13875057" y="1808402"/>
        <a:ext cx="866899" cy="866899"/>
      </dsp:txXfrm>
    </dsp:sp>
    <dsp:sp modelId="{F912091C-96A5-4260-B8BA-250597430916}">
      <dsp:nvSpPr>
        <dsp:cNvPr id="0" name=""/>
        <dsp:cNvSpPr/>
      </dsp:nvSpPr>
      <dsp:spPr>
        <a:xfrm>
          <a:off x="12849005" y="5306733"/>
          <a:ext cx="2919003" cy="72"/>
        </a:xfrm>
        <a:prstGeom prst="rect">
          <a:avLst/>
        </a:prstGeom>
        <a:solidFill>
          <a:schemeClr val="accent2">
            <a:hueOff val="35353"/>
            <a:satOff val="-34487"/>
            <a:lumOff val="-1766"/>
            <a:alphaOff val="0"/>
          </a:schemeClr>
        </a:solidFill>
        <a:ln w="25400" cap="flat" cmpd="sng" algn="ctr">
          <a:solidFill>
            <a:schemeClr val="accent2">
              <a:hueOff val="35353"/>
              <a:satOff val="-34487"/>
              <a:lumOff val="-1766"/>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22ECF-4928-46A4-B9A8-C4C29D3461F8}">
      <dsp:nvSpPr>
        <dsp:cNvPr id="0" name=""/>
        <dsp:cNvSpPr/>
      </dsp:nvSpPr>
      <dsp:spPr>
        <a:xfrm>
          <a:off x="0" y="22990"/>
          <a:ext cx="4532586" cy="2719551"/>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baseline="0" dirty="0"/>
            <a:t>Goal</a:t>
          </a:r>
          <a:r>
            <a:rPr lang="en-US" sz="3600" b="0" i="0" kern="1200" baseline="0" dirty="0"/>
            <a:t>: Predict star ratings (1-5) for drug aspects </a:t>
          </a:r>
          <a:endParaRPr lang="en-US" sz="3600" kern="1200" dirty="0"/>
        </a:p>
      </dsp:txBody>
      <dsp:txXfrm>
        <a:off x="0" y="22990"/>
        <a:ext cx="4532586" cy="2719551"/>
      </dsp:txXfrm>
    </dsp:sp>
    <dsp:sp modelId="{77AB254F-11A8-4F62-8689-D8C3BA5FCE5D}">
      <dsp:nvSpPr>
        <dsp:cNvPr id="0" name=""/>
        <dsp:cNvSpPr/>
      </dsp:nvSpPr>
      <dsp:spPr>
        <a:xfrm>
          <a:off x="4985844" y="22990"/>
          <a:ext cx="4532586" cy="2719551"/>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baseline="0" dirty="0"/>
            <a:t>Target</a:t>
          </a:r>
          <a:r>
            <a:rPr lang="en-US" sz="3600" b="0" i="0" kern="1200" baseline="0" dirty="0"/>
            <a:t>: Achieve &gt;80% accuracy on ~50,000 balanced samples </a:t>
          </a:r>
          <a:endParaRPr lang="en-US" sz="3600" kern="1200" dirty="0"/>
        </a:p>
      </dsp:txBody>
      <dsp:txXfrm>
        <a:off x="4985844" y="22990"/>
        <a:ext cx="4532586" cy="2719551"/>
      </dsp:txXfrm>
    </dsp:sp>
    <dsp:sp modelId="{1F289503-836B-46F3-87CC-A6B219F8169E}">
      <dsp:nvSpPr>
        <dsp:cNvPr id="0" name=""/>
        <dsp:cNvSpPr/>
      </dsp:nvSpPr>
      <dsp:spPr>
        <a:xfrm>
          <a:off x="9971689" y="22990"/>
          <a:ext cx="4532586" cy="2719551"/>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FR" sz="3600" kern="1200" dirty="0" err="1"/>
            <a:t>Implement</a:t>
          </a:r>
          <a:r>
            <a:rPr lang="fr-FR" sz="3600" kern="1200" dirty="0"/>
            <a:t> ML </a:t>
          </a:r>
          <a:r>
            <a:rPr lang="fr-FR" sz="3600" kern="1200" dirty="0" err="1"/>
            <a:t>models</a:t>
          </a:r>
          <a:r>
            <a:rPr lang="fr-FR" sz="3600" kern="1200" dirty="0"/>
            <a:t> for sentiment classification</a:t>
          </a:r>
          <a:endParaRPr lang="en-US" sz="3600" kern="1200" dirty="0"/>
        </a:p>
      </dsp:txBody>
      <dsp:txXfrm>
        <a:off x="9971689" y="22990"/>
        <a:ext cx="4532586" cy="2719551"/>
      </dsp:txXfrm>
    </dsp:sp>
    <dsp:sp modelId="{ADE75E26-EB4E-49BE-B508-4D51DA931BC2}">
      <dsp:nvSpPr>
        <dsp:cNvPr id="0" name=""/>
        <dsp:cNvSpPr/>
      </dsp:nvSpPr>
      <dsp:spPr>
        <a:xfrm>
          <a:off x="2492922" y="3195801"/>
          <a:ext cx="4532586" cy="2719551"/>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a:t>Features</a:t>
          </a:r>
          <a:r>
            <a:rPr lang="en-US" sz="3600" kern="1200"/>
            <a:t>: Focuses on text, ratings, and aspects</a:t>
          </a:r>
          <a:endParaRPr lang="en-US" sz="3600" kern="1200" dirty="0"/>
        </a:p>
      </dsp:txBody>
      <dsp:txXfrm>
        <a:off x="2492922" y="3195801"/>
        <a:ext cx="4532586" cy="2719551"/>
      </dsp:txXfrm>
    </dsp:sp>
    <dsp:sp modelId="{6A32B442-A8F8-4DCD-AE35-1A93D2A757E3}">
      <dsp:nvSpPr>
        <dsp:cNvPr id="0" name=""/>
        <dsp:cNvSpPr/>
      </dsp:nvSpPr>
      <dsp:spPr>
        <a:xfrm>
          <a:off x="7478767" y="3195801"/>
          <a:ext cx="4532586" cy="2719551"/>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baseline="0" dirty="0"/>
            <a:t>Outcome</a:t>
          </a:r>
          <a:r>
            <a:rPr lang="en-US" sz="3600" b="0" i="0" kern="1200" baseline="0" dirty="0"/>
            <a:t>: Enhance patient and provider insights</a:t>
          </a:r>
          <a:endParaRPr lang="en-US" sz="3600" kern="1200" dirty="0"/>
        </a:p>
      </dsp:txBody>
      <dsp:txXfrm>
        <a:off x="7478767" y="3195801"/>
        <a:ext cx="4532586" cy="27195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92883-468B-478F-9294-1A793605819C}">
      <dsp:nvSpPr>
        <dsp:cNvPr id="0" name=""/>
        <dsp:cNvSpPr/>
      </dsp:nvSpPr>
      <dsp:spPr>
        <a:xfrm>
          <a:off x="1492547" y="4704"/>
          <a:ext cx="4350512" cy="2610307"/>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t>Size</a:t>
          </a:r>
          <a:r>
            <a:rPr lang="en-US" sz="2300" kern="1200" dirty="0"/>
            <a:t>: ~161,297 drug reviews</a:t>
          </a:r>
        </a:p>
      </dsp:txBody>
      <dsp:txXfrm>
        <a:off x="1492547" y="4704"/>
        <a:ext cx="4350512" cy="2610307"/>
      </dsp:txXfrm>
    </dsp:sp>
    <dsp:sp modelId="{17C31A0E-B11F-4C5A-8DF7-CD7A2D3AA0B2}">
      <dsp:nvSpPr>
        <dsp:cNvPr id="0" name=""/>
        <dsp:cNvSpPr/>
      </dsp:nvSpPr>
      <dsp:spPr>
        <a:xfrm>
          <a:off x="6278112" y="4704"/>
          <a:ext cx="4350512" cy="2610307"/>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t>Source</a:t>
          </a:r>
          <a:r>
            <a:rPr lang="en-US" sz="2300" kern="1200" dirty="0"/>
            <a:t>: </a:t>
          </a:r>
          <a:r>
            <a:rPr lang="en-US" sz="2300" i="1" kern="1200" dirty="0"/>
            <a:t>[11]</a:t>
          </a:r>
        </a:p>
      </dsp:txBody>
      <dsp:txXfrm>
        <a:off x="6278112" y="4704"/>
        <a:ext cx="4350512" cy="2610307"/>
      </dsp:txXfrm>
    </dsp:sp>
    <dsp:sp modelId="{F3FEC501-FE9B-4A53-9AB1-910E08E9C8E6}">
      <dsp:nvSpPr>
        <dsp:cNvPr id="0" name=""/>
        <dsp:cNvSpPr/>
      </dsp:nvSpPr>
      <dsp:spPr>
        <a:xfrm>
          <a:off x="11063676" y="4704"/>
          <a:ext cx="4350512" cy="2610307"/>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t>Samples</a:t>
          </a:r>
          <a:r>
            <a:rPr lang="en-US" sz="2300" kern="1200" dirty="0"/>
            <a:t>: ~81,555 initial(aspect </a:t>
          </a:r>
        </a:p>
        <a:p>
          <a:pPr marL="0" lvl="0" indent="0" algn="ctr" defTabSz="1022350">
            <a:lnSpc>
              <a:spcPct val="90000"/>
            </a:lnSpc>
            <a:spcBef>
              <a:spcPct val="0"/>
            </a:spcBef>
            <a:spcAft>
              <a:spcPct val="35000"/>
            </a:spcAft>
            <a:buNone/>
          </a:pPr>
          <a:r>
            <a:rPr lang="en-US" sz="2300" kern="1200" dirty="0"/>
            <a:t>pairs), balanced to 50,000 </a:t>
          </a:r>
        </a:p>
        <a:p>
          <a:pPr marL="0" lvl="0" indent="0" algn="ctr" defTabSz="1022350">
            <a:lnSpc>
              <a:spcPct val="90000"/>
            </a:lnSpc>
            <a:spcBef>
              <a:spcPct val="0"/>
            </a:spcBef>
            <a:spcAft>
              <a:spcPct val="35000"/>
            </a:spcAft>
            <a:buNone/>
          </a:pPr>
          <a:r>
            <a:rPr lang="en-US" sz="2300" kern="1200" dirty="0"/>
            <a:t>(10,000/label)</a:t>
          </a:r>
        </a:p>
      </dsp:txBody>
      <dsp:txXfrm>
        <a:off x="11063676" y="4704"/>
        <a:ext cx="4350512" cy="2610307"/>
      </dsp:txXfrm>
    </dsp:sp>
    <dsp:sp modelId="{BF936C52-EBA5-4213-894A-7E4F99131387}">
      <dsp:nvSpPr>
        <dsp:cNvPr id="0" name=""/>
        <dsp:cNvSpPr/>
      </dsp:nvSpPr>
      <dsp:spPr>
        <a:xfrm>
          <a:off x="3885329" y="3050063"/>
          <a:ext cx="4350512" cy="2610307"/>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err="1"/>
            <a:t>Features</a:t>
          </a:r>
          <a:r>
            <a:rPr lang="en-US" sz="2300" kern="1200" dirty="0" err="1"/>
            <a:t>:uniqueID,drugName</a:t>
          </a:r>
          <a:r>
            <a:rPr lang="en-US" sz="2300" kern="1200" dirty="0"/>
            <a:t>,</a:t>
          </a:r>
        </a:p>
        <a:p>
          <a:pPr marL="0" lvl="0" indent="0" algn="ctr" defTabSz="1022350">
            <a:lnSpc>
              <a:spcPct val="90000"/>
            </a:lnSpc>
            <a:spcBef>
              <a:spcPct val="0"/>
            </a:spcBef>
            <a:spcAft>
              <a:spcPct val="35000"/>
            </a:spcAft>
            <a:buNone/>
          </a:pPr>
          <a:r>
            <a:rPr lang="en-US" sz="2300" kern="1200" dirty="0" err="1"/>
            <a:t>condition,review,rating,date</a:t>
          </a:r>
          <a:r>
            <a:rPr lang="en-US" sz="2300" kern="1200" dirty="0"/>
            <a:t>,</a:t>
          </a:r>
        </a:p>
        <a:p>
          <a:pPr marL="0" lvl="0" indent="0" algn="ctr" defTabSz="1022350">
            <a:lnSpc>
              <a:spcPct val="90000"/>
            </a:lnSpc>
            <a:spcBef>
              <a:spcPct val="0"/>
            </a:spcBef>
            <a:spcAft>
              <a:spcPct val="35000"/>
            </a:spcAft>
            <a:buNone/>
          </a:pPr>
          <a:r>
            <a:rPr lang="en-US" sz="2300" kern="1200" dirty="0" err="1"/>
            <a:t>usefulCount</a:t>
          </a:r>
          <a:endParaRPr lang="en-US" sz="2300" kern="1200" dirty="0"/>
        </a:p>
      </dsp:txBody>
      <dsp:txXfrm>
        <a:off x="3885329" y="3050063"/>
        <a:ext cx="4350512" cy="2610307"/>
      </dsp:txXfrm>
    </dsp:sp>
    <dsp:sp modelId="{705F2704-C19A-4F18-B35E-BDAAFD8B71D2}">
      <dsp:nvSpPr>
        <dsp:cNvPr id="0" name=""/>
        <dsp:cNvSpPr/>
      </dsp:nvSpPr>
      <dsp:spPr>
        <a:xfrm>
          <a:off x="8670894" y="3050063"/>
          <a:ext cx="4350512" cy="2610307"/>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t>Purpose</a:t>
          </a:r>
          <a:r>
            <a:rPr lang="en-US" sz="2300" kern="1200" dirty="0"/>
            <a:t>: Enables aspect-</a:t>
          </a:r>
        </a:p>
        <a:p>
          <a:pPr marL="0" lvl="0" indent="0" algn="ctr" defTabSz="1022350">
            <a:lnSpc>
              <a:spcPct val="90000"/>
            </a:lnSpc>
            <a:spcBef>
              <a:spcPct val="0"/>
            </a:spcBef>
            <a:spcAft>
              <a:spcPct val="35000"/>
            </a:spcAft>
            <a:buNone/>
          </a:pPr>
          <a:r>
            <a:rPr lang="en-US" sz="2300" kern="1200" dirty="0"/>
            <a:t>specific sentiment analysis</a:t>
          </a:r>
        </a:p>
      </dsp:txBody>
      <dsp:txXfrm>
        <a:off x="8670894" y="3050063"/>
        <a:ext cx="4350512" cy="26103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A07FC4-B66D-4EBF-ADA9-B183575768C6}">
      <dsp:nvSpPr>
        <dsp:cNvPr id="0" name=""/>
        <dsp:cNvSpPr/>
      </dsp:nvSpPr>
      <dsp:spPr>
        <a:xfrm>
          <a:off x="1471596" y="1807"/>
          <a:ext cx="3905157" cy="2343094"/>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Initial Data</a:t>
          </a:r>
          <a:r>
            <a:rPr lang="en-US" sz="3600" kern="1200" dirty="0"/>
            <a:t>: Loaded ~161,297 drug reviews from CSV</a:t>
          </a:r>
        </a:p>
      </dsp:txBody>
      <dsp:txXfrm>
        <a:off x="1471596" y="1807"/>
        <a:ext cx="3905157" cy="2343094"/>
      </dsp:txXfrm>
    </dsp:sp>
    <dsp:sp modelId="{D1809BBD-CF5D-4E0E-9542-FDDAAB39935E}">
      <dsp:nvSpPr>
        <dsp:cNvPr id="0" name=""/>
        <dsp:cNvSpPr/>
      </dsp:nvSpPr>
      <dsp:spPr>
        <a:xfrm>
          <a:off x="5767269" y="1807"/>
          <a:ext cx="3905157" cy="2343094"/>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Cleaning</a:t>
          </a:r>
          <a:r>
            <a:rPr lang="en-US" sz="3600" kern="1200" dirty="0"/>
            <a:t>: Lowercased text, removed URLs, handled nulls</a:t>
          </a:r>
        </a:p>
      </dsp:txBody>
      <dsp:txXfrm>
        <a:off x="5767269" y="1807"/>
        <a:ext cx="3905157" cy="2343094"/>
      </dsp:txXfrm>
    </dsp:sp>
    <dsp:sp modelId="{864F4DAD-198F-403C-90F6-03F2F2BA9CF5}">
      <dsp:nvSpPr>
        <dsp:cNvPr id="0" name=""/>
        <dsp:cNvSpPr/>
      </dsp:nvSpPr>
      <dsp:spPr>
        <a:xfrm>
          <a:off x="10062943" y="1807"/>
          <a:ext cx="3905157" cy="2343094"/>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Preprocessing</a:t>
          </a:r>
          <a:r>
            <a:rPr lang="en-US" sz="3600" kern="1200" dirty="0"/>
            <a:t>: Extracted ~81,555 aspect-opinion pairs</a:t>
          </a:r>
        </a:p>
      </dsp:txBody>
      <dsp:txXfrm>
        <a:off x="10062943" y="1807"/>
        <a:ext cx="3905157" cy="2343094"/>
      </dsp:txXfrm>
    </dsp:sp>
    <dsp:sp modelId="{CFF70C9E-C6F0-4E86-AE4D-EC18C674EAF9}">
      <dsp:nvSpPr>
        <dsp:cNvPr id="0" name=""/>
        <dsp:cNvSpPr/>
      </dsp:nvSpPr>
      <dsp:spPr>
        <a:xfrm>
          <a:off x="3619432" y="2735417"/>
          <a:ext cx="3905157" cy="2343094"/>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Balancing</a:t>
          </a:r>
          <a:r>
            <a:rPr lang="en-US" sz="3600" kern="1200" dirty="0"/>
            <a:t>: Adjusted to 50,000 samples (10,000/label)</a:t>
          </a:r>
        </a:p>
      </dsp:txBody>
      <dsp:txXfrm>
        <a:off x="3619432" y="2735417"/>
        <a:ext cx="3905157" cy="2343094"/>
      </dsp:txXfrm>
    </dsp:sp>
    <dsp:sp modelId="{36B6CB2C-8F21-4AF6-A361-A80CC22F2D18}">
      <dsp:nvSpPr>
        <dsp:cNvPr id="0" name=""/>
        <dsp:cNvSpPr/>
      </dsp:nvSpPr>
      <dsp:spPr>
        <a:xfrm>
          <a:off x="7915106" y="2735417"/>
          <a:ext cx="3905157" cy="2343094"/>
        </a:xfrm>
        <a:prstGeom prst="rect">
          <a:avLst/>
        </a:prstGeom>
        <a:solidFill>
          <a:schemeClr val="accent3"/>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Impact</a:t>
          </a:r>
          <a:r>
            <a:rPr lang="en-US" sz="3600" kern="1200" dirty="0"/>
            <a:t>: Enabled 94.33% BERT accuracy</a:t>
          </a:r>
        </a:p>
      </dsp:txBody>
      <dsp:txXfrm>
        <a:off x="7915106" y="2735417"/>
        <a:ext cx="3905157" cy="23430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34591F-3485-407A-A7C1-AE70886DAC9C}">
      <dsp:nvSpPr>
        <dsp:cNvPr id="0" name=""/>
        <dsp:cNvSpPr/>
      </dsp:nvSpPr>
      <dsp:spPr>
        <a:xfrm>
          <a:off x="527615" y="2815"/>
          <a:ext cx="3551983" cy="2131190"/>
        </a:xfrm>
        <a:prstGeom prst="rect">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a-DK" sz="2100" b="1" kern="1200" dirty="0"/>
            <a:t>1. Sentiment-Based Analysis </a:t>
          </a:r>
          <a:r>
            <a:rPr lang="en-IN" sz="2100" b="1" kern="1200" dirty="0"/>
            <a:t>(</a:t>
          </a:r>
          <a:r>
            <a:rPr lang="en-US" sz="2100" b="1" kern="1200" dirty="0"/>
            <a:t>B. Schmitt)</a:t>
          </a:r>
          <a:endParaRPr lang="en-US" sz="2100" kern="1200" dirty="0"/>
        </a:p>
      </dsp:txBody>
      <dsp:txXfrm>
        <a:off x="527615" y="2815"/>
        <a:ext cx="3551983" cy="2131190"/>
      </dsp:txXfrm>
    </dsp:sp>
    <dsp:sp modelId="{73891D45-27D4-4609-A07B-4E79ECC2E7BE}">
      <dsp:nvSpPr>
        <dsp:cNvPr id="0" name=""/>
        <dsp:cNvSpPr/>
      </dsp:nvSpPr>
      <dsp:spPr>
        <a:xfrm>
          <a:off x="4434797" y="2815"/>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 </a:t>
          </a:r>
          <a:r>
            <a:rPr lang="en-IN" sz="2100" b="1" kern="1200"/>
            <a:t>Approach:</a:t>
          </a:r>
          <a:r>
            <a:rPr lang="en-IN" sz="2100" kern="1200"/>
            <a:t> </a:t>
          </a:r>
          <a:r>
            <a:rPr lang="en-US" sz="2100" kern="1200"/>
            <a:t>Classifies text as </a:t>
          </a:r>
          <a:r>
            <a:rPr lang="en-US" sz="2100" b="1" kern="1200"/>
            <a:t>positive, negative, or neutral</a:t>
          </a:r>
          <a:r>
            <a:rPr lang="en-US" sz="2100" kern="1200"/>
            <a:t> using lexicon-based sentiment analysis.</a:t>
          </a:r>
        </a:p>
      </dsp:txBody>
      <dsp:txXfrm>
        <a:off x="4434797" y="2815"/>
        <a:ext cx="3551983" cy="2131190"/>
      </dsp:txXfrm>
    </dsp:sp>
    <dsp:sp modelId="{EF8AF640-6261-469B-98B6-E690A58A4A70}">
      <dsp:nvSpPr>
        <dsp:cNvPr id="0" name=""/>
        <dsp:cNvSpPr/>
      </dsp:nvSpPr>
      <dsp:spPr>
        <a:xfrm>
          <a:off x="8341979" y="2815"/>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 </a:t>
          </a:r>
          <a:r>
            <a:rPr lang="en-IN" sz="2100" b="1" kern="1200" dirty="0"/>
            <a:t>Limitations:</a:t>
          </a:r>
          <a:r>
            <a:rPr lang="en-IN" sz="2100" kern="1200" dirty="0"/>
            <a:t> </a:t>
          </a:r>
          <a:r>
            <a:rPr lang="en-US" sz="2100" kern="1200" dirty="0"/>
            <a:t>Ignores </a:t>
          </a:r>
          <a:r>
            <a:rPr lang="en-US" sz="2100" b="1" kern="1200" dirty="0"/>
            <a:t>context-specific</a:t>
          </a:r>
          <a:r>
            <a:rPr lang="en-US" sz="2100" kern="1200" dirty="0"/>
            <a:t> sentiment variations, fails to identify </a:t>
          </a:r>
          <a:r>
            <a:rPr lang="en-US" sz="2100" b="1" kern="1200" dirty="0"/>
            <a:t>aspect-level </a:t>
          </a:r>
          <a:r>
            <a:rPr lang="en-US" sz="2100" kern="1200" dirty="0"/>
            <a:t>sentiments (e.g., good doctor but bad staff).</a:t>
          </a:r>
        </a:p>
      </dsp:txBody>
      <dsp:txXfrm>
        <a:off x="8341979" y="2815"/>
        <a:ext cx="3551983" cy="2131190"/>
      </dsp:txXfrm>
    </dsp:sp>
    <dsp:sp modelId="{226BE3D3-FBEC-4CDD-8F1D-45C3049B91C2}">
      <dsp:nvSpPr>
        <dsp:cNvPr id="0" name=""/>
        <dsp:cNvSpPr/>
      </dsp:nvSpPr>
      <dsp:spPr>
        <a:xfrm>
          <a:off x="12249161" y="2815"/>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 </a:t>
          </a:r>
          <a:r>
            <a:rPr lang="en-IN" sz="2100" b="1" kern="1200"/>
            <a:t>Accuracy Issues:</a:t>
          </a:r>
          <a:r>
            <a:rPr lang="en-IN" sz="2100" kern="1200"/>
            <a:t> </a:t>
          </a:r>
          <a:r>
            <a:rPr lang="en-US" sz="2100" kern="1200"/>
            <a:t>Works well for </a:t>
          </a:r>
          <a:r>
            <a:rPr lang="en-US" sz="2100" b="1" kern="1200"/>
            <a:t>general sentiment classification</a:t>
          </a:r>
          <a:r>
            <a:rPr lang="en-US" sz="2100" kern="1200"/>
            <a:t> but lacks </a:t>
          </a:r>
          <a:r>
            <a:rPr lang="en-US" sz="2100" b="1" kern="1200"/>
            <a:t>aspect-based granularity</a:t>
          </a:r>
          <a:r>
            <a:rPr lang="en-IN" sz="2100" kern="1200"/>
            <a:t>.</a:t>
          </a:r>
          <a:endParaRPr lang="en-US" sz="2100" kern="1200"/>
        </a:p>
      </dsp:txBody>
      <dsp:txXfrm>
        <a:off x="12249161" y="2815"/>
        <a:ext cx="3551983" cy="2131190"/>
      </dsp:txXfrm>
    </dsp:sp>
    <dsp:sp modelId="{DE3720F8-DA36-43F1-A9CF-1A1D23A0DFB9}">
      <dsp:nvSpPr>
        <dsp:cNvPr id="0" name=""/>
        <dsp:cNvSpPr/>
      </dsp:nvSpPr>
      <dsp:spPr>
        <a:xfrm>
          <a:off x="527615" y="2489203"/>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t>2. Latent Dirichlet Allocation (LDA) for Topic Modelling (</a:t>
          </a:r>
          <a:r>
            <a:rPr lang="en-US" sz="2100" b="1" kern="1200"/>
            <a:t>L. Satish and N. Yusof)</a:t>
          </a:r>
          <a:endParaRPr lang="en-US" sz="2100" kern="1200"/>
        </a:p>
      </dsp:txBody>
      <dsp:txXfrm>
        <a:off x="527615" y="2489203"/>
        <a:ext cx="3551983" cy="2131190"/>
      </dsp:txXfrm>
    </dsp:sp>
    <dsp:sp modelId="{E15FAA2F-AABB-4222-BD48-9A4F5ECC5ABB}">
      <dsp:nvSpPr>
        <dsp:cNvPr id="0" name=""/>
        <dsp:cNvSpPr/>
      </dsp:nvSpPr>
      <dsp:spPr>
        <a:xfrm>
          <a:off x="4434797" y="2489203"/>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 </a:t>
          </a:r>
          <a:r>
            <a:rPr lang="en-IN" sz="2100" b="1" kern="1200" dirty="0"/>
            <a:t>Approach:</a:t>
          </a:r>
          <a:r>
            <a:rPr lang="en-IN" sz="2100" kern="1200" dirty="0"/>
            <a:t> </a:t>
          </a:r>
          <a:r>
            <a:rPr lang="en-US" sz="2100" kern="1200" dirty="0"/>
            <a:t>Extracts hidden topics from textual data using probabilistic topic modeling.</a:t>
          </a:r>
        </a:p>
      </dsp:txBody>
      <dsp:txXfrm>
        <a:off x="4434797" y="2489203"/>
        <a:ext cx="3551983" cy="2131190"/>
      </dsp:txXfrm>
    </dsp:sp>
    <dsp:sp modelId="{997D9CFA-7554-44B4-9405-55A7CC5699D3}">
      <dsp:nvSpPr>
        <dsp:cNvPr id="0" name=""/>
        <dsp:cNvSpPr/>
      </dsp:nvSpPr>
      <dsp:spPr>
        <a:xfrm>
          <a:off x="8341979" y="2489203"/>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 </a:t>
          </a:r>
          <a:r>
            <a:rPr lang="en-IN" sz="2100" b="1" kern="1200"/>
            <a:t>Limitations:</a:t>
          </a:r>
          <a:r>
            <a:rPr lang="en-IN" sz="2100" kern="1200"/>
            <a:t> </a:t>
          </a:r>
          <a:r>
            <a:rPr lang="en-US" sz="2100" kern="1200"/>
            <a:t>Identifies topics but does not classify sentiments, struggles with short text reviews (e.g., "Very bad experience.").</a:t>
          </a:r>
        </a:p>
      </dsp:txBody>
      <dsp:txXfrm>
        <a:off x="8341979" y="2489203"/>
        <a:ext cx="3551983" cy="2131190"/>
      </dsp:txXfrm>
    </dsp:sp>
    <dsp:sp modelId="{5E7D4463-B96F-4C89-99F2-5275F182D6BB}">
      <dsp:nvSpPr>
        <dsp:cNvPr id="0" name=""/>
        <dsp:cNvSpPr/>
      </dsp:nvSpPr>
      <dsp:spPr>
        <a:xfrm>
          <a:off x="12249161" y="2489203"/>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 </a:t>
          </a:r>
          <a:r>
            <a:rPr lang="en-IN" sz="2100" b="1" kern="1200" dirty="0"/>
            <a:t>Performance Issue:</a:t>
          </a:r>
          <a:r>
            <a:rPr lang="en-IN" sz="2100" kern="1200" dirty="0"/>
            <a:t> </a:t>
          </a:r>
          <a:r>
            <a:rPr lang="en-US" sz="2100" kern="1200" dirty="0"/>
            <a:t>Topic coherence score is inconsistent (varies across datasets).</a:t>
          </a:r>
        </a:p>
      </dsp:txBody>
      <dsp:txXfrm>
        <a:off x="12249161" y="2489203"/>
        <a:ext cx="3551983" cy="2131190"/>
      </dsp:txXfrm>
    </dsp:sp>
    <dsp:sp modelId="{875577BD-1F77-43DF-B078-0E036E693023}">
      <dsp:nvSpPr>
        <dsp:cNvPr id="0" name=""/>
        <dsp:cNvSpPr/>
      </dsp:nvSpPr>
      <dsp:spPr>
        <a:xfrm>
          <a:off x="527615" y="4975592"/>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t>3. </a:t>
          </a:r>
          <a:r>
            <a:rPr lang="en-US" sz="2100" b="1" kern="1200"/>
            <a:t>Machine Learning-Based Sentiment Analysis (Pang &amp; Lee)</a:t>
          </a:r>
          <a:endParaRPr lang="en-US" sz="2100" kern="1200"/>
        </a:p>
      </dsp:txBody>
      <dsp:txXfrm>
        <a:off x="527615" y="4975592"/>
        <a:ext cx="3551983" cy="2131190"/>
      </dsp:txXfrm>
    </dsp:sp>
    <dsp:sp modelId="{0A90DE77-E52D-432E-862F-0D9792240A01}">
      <dsp:nvSpPr>
        <dsp:cNvPr id="0" name=""/>
        <dsp:cNvSpPr/>
      </dsp:nvSpPr>
      <dsp:spPr>
        <a:xfrm>
          <a:off x="4434797" y="4975592"/>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 </a:t>
          </a:r>
          <a:r>
            <a:rPr lang="en-IN" sz="2100" b="1" kern="1200" dirty="0"/>
            <a:t>Approach:</a:t>
          </a:r>
          <a:r>
            <a:rPr lang="en-IN" sz="2100" kern="1200" dirty="0"/>
            <a:t> </a:t>
          </a:r>
          <a:r>
            <a:rPr lang="en-US" sz="2100" kern="1200" dirty="0"/>
            <a:t>Uses supervised machine learning models like </a:t>
          </a:r>
          <a:r>
            <a:rPr lang="en-US" sz="2100" b="1" kern="1200" dirty="0"/>
            <a:t>Naïve Bayes, SVM, and Random Forest </a:t>
          </a:r>
          <a:r>
            <a:rPr lang="en-US" sz="2100" kern="1200" dirty="0"/>
            <a:t>for sentiment classification.</a:t>
          </a:r>
        </a:p>
      </dsp:txBody>
      <dsp:txXfrm>
        <a:off x="4434797" y="4975592"/>
        <a:ext cx="3551983" cy="2131190"/>
      </dsp:txXfrm>
    </dsp:sp>
    <dsp:sp modelId="{AA779D95-406B-4229-A0DE-9FB53E35EA20}">
      <dsp:nvSpPr>
        <dsp:cNvPr id="0" name=""/>
        <dsp:cNvSpPr/>
      </dsp:nvSpPr>
      <dsp:spPr>
        <a:xfrm>
          <a:off x="8341979" y="4975592"/>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 </a:t>
          </a:r>
          <a:r>
            <a:rPr lang="en-IN" sz="2100" b="1" kern="1200"/>
            <a:t>Limitations: </a:t>
          </a:r>
          <a:r>
            <a:rPr lang="en-US" sz="2100" kern="1200"/>
            <a:t>Requires </a:t>
          </a:r>
          <a:r>
            <a:rPr lang="en-US" sz="2100" b="1" kern="1200"/>
            <a:t>large labeled datasets</a:t>
          </a:r>
          <a:r>
            <a:rPr lang="en-US" sz="2100" kern="1200"/>
            <a:t> for training,</a:t>
          </a:r>
          <a:r>
            <a:rPr lang="en-IN" sz="2100" kern="1200"/>
            <a:t> </a:t>
          </a:r>
          <a:r>
            <a:rPr lang="en-US" sz="2100" kern="1200"/>
            <a:t>fails to handle</a:t>
          </a:r>
          <a:r>
            <a:rPr lang="en-US" sz="2100" b="1" kern="1200"/>
            <a:t> sarcasm, negations, and implicit sentiments.</a:t>
          </a:r>
          <a:endParaRPr lang="en-US" sz="2100" kern="1200"/>
        </a:p>
      </dsp:txBody>
      <dsp:txXfrm>
        <a:off x="8341979" y="4975592"/>
        <a:ext cx="3551983" cy="2131190"/>
      </dsp:txXfrm>
    </dsp:sp>
    <dsp:sp modelId="{2FE69473-D0FC-41B4-BE1E-4CE4231AE972}">
      <dsp:nvSpPr>
        <dsp:cNvPr id="0" name=""/>
        <dsp:cNvSpPr/>
      </dsp:nvSpPr>
      <dsp:spPr>
        <a:xfrm>
          <a:off x="12249161" y="4965085"/>
          <a:ext cx="3551983" cy="2131190"/>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 </a:t>
          </a:r>
          <a:r>
            <a:rPr lang="en-IN" sz="2100" b="1" kern="1200" dirty="0"/>
            <a:t>Accuracy: </a:t>
          </a:r>
          <a:r>
            <a:rPr lang="en-US" sz="2100" b="1" kern="1200" dirty="0"/>
            <a:t>75-85% depending on the dataset</a:t>
          </a:r>
          <a:r>
            <a:rPr lang="en-US" sz="2100" kern="1200" dirty="0"/>
            <a:t>, struggles with domain-specific terminologies (e.g., medical terms).</a:t>
          </a:r>
          <a:br>
            <a:rPr lang="en-IN" sz="2100" kern="1200" dirty="0"/>
          </a:br>
          <a:endParaRPr lang="en-US" sz="2100" kern="1200" dirty="0"/>
        </a:p>
      </dsp:txBody>
      <dsp:txXfrm>
        <a:off x="12249161" y="4965085"/>
        <a:ext cx="3551983" cy="21311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4E0FA-F186-42F4-8A05-EAAEA361F0B4}">
      <dsp:nvSpPr>
        <dsp:cNvPr id="0" name=""/>
        <dsp:cNvSpPr/>
      </dsp:nvSpPr>
      <dsp:spPr>
        <a:xfrm>
          <a:off x="4483" y="226350"/>
          <a:ext cx="3556766" cy="2134059"/>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100000"/>
            </a:lnSpc>
            <a:spcBef>
              <a:spcPct val="0"/>
            </a:spcBef>
            <a:spcAft>
              <a:spcPct val="35000"/>
            </a:spcAft>
            <a:buNone/>
          </a:pPr>
          <a:r>
            <a:rPr lang="en-IN" sz="1900" b="1" kern="1200"/>
            <a:t>4. Deep Learning for Aspect-Based Sentiment Analysis</a:t>
          </a:r>
          <a:r>
            <a:rPr lang="da-DK" sz="1900" b="1" kern="1200"/>
            <a:t> (</a:t>
          </a:r>
          <a:r>
            <a:rPr lang="en-US" sz="1900" b="1" kern="1200"/>
            <a:t>H.J. Lee</a:t>
          </a:r>
          <a:r>
            <a:rPr lang="da-DK" sz="1900" b="1" kern="1200"/>
            <a:t>)</a:t>
          </a:r>
          <a:endParaRPr lang="en-US" sz="1900" kern="1200"/>
        </a:p>
      </dsp:txBody>
      <dsp:txXfrm>
        <a:off x="4483" y="226350"/>
        <a:ext cx="3556766" cy="2134059"/>
      </dsp:txXfrm>
    </dsp:sp>
    <dsp:sp modelId="{8DE09B04-4DE1-4A3B-8FE0-EDF8FD65A78C}">
      <dsp:nvSpPr>
        <dsp:cNvPr id="0" name=""/>
        <dsp:cNvSpPr/>
      </dsp:nvSpPr>
      <dsp:spPr>
        <a:xfrm>
          <a:off x="3916926" y="226350"/>
          <a:ext cx="3556766" cy="2134059"/>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100000"/>
            </a:lnSpc>
            <a:spcBef>
              <a:spcPct val="0"/>
            </a:spcBef>
            <a:spcAft>
              <a:spcPct val="35000"/>
            </a:spcAft>
            <a:buNone/>
          </a:pPr>
          <a:r>
            <a:rPr lang="en-IN" sz="1900" kern="1200" dirty="0"/>
            <a:t>• </a:t>
          </a:r>
          <a:r>
            <a:rPr lang="en-IN" sz="1900" b="1" kern="1200" dirty="0"/>
            <a:t>Approach:</a:t>
          </a:r>
          <a:r>
            <a:rPr lang="en-IN" sz="1900" kern="1200" dirty="0"/>
            <a:t> </a:t>
          </a:r>
          <a:r>
            <a:rPr lang="en-US" sz="1900" kern="1200" dirty="0"/>
            <a:t>Uses deep learning models </a:t>
          </a:r>
          <a:r>
            <a:rPr lang="en-US" sz="1900" b="1" kern="1200" dirty="0"/>
            <a:t>(</a:t>
          </a:r>
          <a:r>
            <a:rPr lang="en-US" sz="1900" b="1" kern="1200" dirty="0" err="1"/>
            <a:t>BiLSTM</a:t>
          </a:r>
          <a:r>
            <a:rPr lang="en-US" sz="1900" b="1" kern="1200" dirty="0"/>
            <a:t>, CNN, and Transformer-based models) </a:t>
          </a:r>
          <a:r>
            <a:rPr lang="en-US" sz="1900" kern="1200" dirty="0"/>
            <a:t>to extract aspects and predict sentiment.</a:t>
          </a:r>
        </a:p>
      </dsp:txBody>
      <dsp:txXfrm>
        <a:off x="3916926" y="226350"/>
        <a:ext cx="3556766" cy="2134059"/>
      </dsp:txXfrm>
    </dsp:sp>
    <dsp:sp modelId="{17055715-8919-46F9-B109-5DEFEB1C7B79}">
      <dsp:nvSpPr>
        <dsp:cNvPr id="0" name=""/>
        <dsp:cNvSpPr/>
      </dsp:nvSpPr>
      <dsp:spPr>
        <a:xfrm>
          <a:off x="7829369" y="226350"/>
          <a:ext cx="3556766" cy="2134059"/>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100000"/>
            </a:lnSpc>
            <a:spcBef>
              <a:spcPct val="0"/>
            </a:spcBef>
            <a:spcAft>
              <a:spcPct val="35000"/>
            </a:spcAft>
            <a:buNone/>
          </a:pPr>
          <a:r>
            <a:rPr lang="en-IN" sz="1900" kern="1200"/>
            <a:t>• </a:t>
          </a:r>
          <a:r>
            <a:rPr lang="en-IN" sz="1900" b="1" kern="1200"/>
            <a:t>Limitations:</a:t>
          </a:r>
          <a:r>
            <a:rPr lang="en-IN" sz="1900" kern="1200"/>
            <a:t> </a:t>
          </a:r>
          <a:r>
            <a:rPr lang="en-US" sz="1900" kern="1200"/>
            <a:t>Computationally expensive and </a:t>
          </a:r>
          <a:r>
            <a:rPr lang="en-US" sz="1900" b="1" kern="1200"/>
            <a:t>requires extensive labeled data, c</a:t>
          </a:r>
          <a:r>
            <a:rPr lang="en-US" sz="1900" kern="1200"/>
            <a:t>an misinterpret </a:t>
          </a:r>
          <a:r>
            <a:rPr lang="en-US" sz="1900" b="1" kern="1200"/>
            <a:t>ambiguous or mixed reviews.</a:t>
          </a:r>
          <a:endParaRPr lang="en-US" sz="1900" kern="1200"/>
        </a:p>
      </dsp:txBody>
      <dsp:txXfrm>
        <a:off x="7829369" y="226350"/>
        <a:ext cx="3556766" cy="2134059"/>
      </dsp:txXfrm>
    </dsp:sp>
    <dsp:sp modelId="{8E5B67D4-E417-4992-A28B-FC292EE8504E}">
      <dsp:nvSpPr>
        <dsp:cNvPr id="0" name=""/>
        <dsp:cNvSpPr/>
      </dsp:nvSpPr>
      <dsp:spPr>
        <a:xfrm>
          <a:off x="11741813" y="226350"/>
          <a:ext cx="3556766" cy="2134059"/>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100000"/>
            </a:lnSpc>
            <a:spcBef>
              <a:spcPct val="0"/>
            </a:spcBef>
            <a:spcAft>
              <a:spcPct val="35000"/>
            </a:spcAft>
            <a:buNone/>
          </a:pPr>
          <a:r>
            <a:rPr lang="en-IN" sz="1900" kern="1200"/>
            <a:t>• </a:t>
          </a:r>
          <a:r>
            <a:rPr lang="en-IN" sz="1900" b="1" kern="1200"/>
            <a:t>Accuracy:</a:t>
          </a:r>
          <a:r>
            <a:rPr lang="en-IN" sz="1900" kern="1200"/>
            <a:t> </a:t>
          </a:r>
          <a:r>
            <a:rPr lang="en-IN" sz="1900" b="1" kern="1200"/>
            <a:t>Aspect Sentiment Detection Accuracy: </a:t>
          </a:r>
          <a:r>
            <a:rPr lang="en-IN" sz="1900" kern="1200"/>
            <a:t>~80-90% in large datasets, </a:t>
          </a:r>
          <a:r>
            <a:rPr lang="en-US" sz="1900" kern="1200"/>
            <a:t>struggles with </a:t>
          </a:r>
          <a:r>
            <a:rPr lang="en-US" sz="1900" b="1" kern="1200"/>
            <a:t>low-resource languages and short-text reviews.</a:t>
          </a:r>
          <a:br>
            <a:rPr lang="en-IN" sz="1900" kern="1200"/>
          </a:br>
          <a:endParaRPr lang="en-US" sz="1900" kern="1200"/>
        </a:p>
      </dsp:txBody>
      <dsp:txXfrm>
        <a:off x="11741813" y="226350"/>
        <a:ext cx="3556766" cy="2134059"/>
      </dsp:txXfrm>
    </dsp:sp>
    <dsp:sp modelId="{239F84C2-FA6A-4738-AA21-58B065674201}">
      <dsp:nvSpPr>
        <dsp:cNvPr id="0" name=""/>
        <dsp:cNvSpPr/>
      </dsp:nvSpPr>
      <dsp:spPr>
        <a:xfrm>
          <a:off x="4483" y="2716086"/>
          <a:ext cx="3556766" cy="2134059"/>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100000"/>
            </a:lnSpc>
            <a:spcBef>
              <a:spcPct val="0"/>
            </a:spcBef>
            <a:spcAft>
              <a:spcPct val="35000"/>
            </a:spcAft>
            <a:buNone/>
          </a:pPr>
          <a:r>
            <a:rPr lang="en-IN" sz="1900" b="1" kern="1200" dirty="0"/>
            <a:t>5. </a:t>
          </a:r>
          <a:r>
            <a:rPr lang="en-US" sz="1900" b="1" kern="1200" dirty="0"/>
            <a:t>Aspect-Based Opinion Mining in Healthcare (Rana et al.)</a:t>
          </a:r>
          <a:endParaRPr lang="en-US" sz="1900" kern="1200" dirty="0"/>
        </a:p>
      </dsp:txBody>
      <dsp:txXfrm>
        <a:off x="4483" y="2716086"/>
        <a:ext cx="3556766" cy="2134059"/>
      </dsp:txXfrm>
    </dsp:sp>
    <dsp:sp modelId="{2250B675-F5E0-47D9-8FD8-032E0489D075}">
      <dsp:nvSpPr>
        <dsp:cNvPr id="0" name=""/>
        <dsp:cNvSpPr/>
      </dsp:nvSpPr>
      <dsp:spPr>
        <a:xfrm>
          <a:off x="3916926" y="2716086"/>
          <a:ext cx="3556766" cy="2134059"/>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100000"/>
            </a:lnSpc>
            <a:spcBef>
              <a:spcPct val="0"/>
            </a:spcBef>
            <a:spcAft>
              <a:spcPct val="35000"/>
            </a:spcAft>
            <a:buNone/>
          </a:pPr>
          <a:r>
            <a:rPr lang="en-IN" sz="1900" kern="1200"/>
            <a:t>• </a:t>
          </a:r>
          <a:r>
            <a:rPr lang="en-IN" sz="1900" b="1" kern="1200"/>
            <a:t>Approach:</a:t>
          </a:r>
          <a:r>
            <a:rPr lang="en-IN" sz="1900" kern="1200"/>
            <a:t> </a:t>
          </a:r>
          <a:r>
            <a:rPr lang="en-US" sz="1900" kern="1200"/>
            <a:t>Uses NLP and sentiment analysis to evaluate </a:t>
          </a:r>
          <a:r>
            <a:rPr lang="en-US" sz="1900" b="1" kern="1200"/>
            <a:t>healthcare-related </a:t>
          </a:r>
          <a:r>
            <a:rPr lang="en-US" sz="1900" kern="1200"/>
            <a:t>patient reviews.</a:t>
          </a:r>
        </a:p>
      </dsp:txBody>
      <dsp:txXfrm>
        <a:off x="3916926" y="2716086"/>
        <a:ext cx="3556766" cy="2134059"/>
      </dsp:txXfrm>
    </dsp:sp>
    <dsp:sp modelId="{979A35AA-BA08-4CA6-9C7A-AD5440389EF2}">
      <dsp:nvSpPr>
        <dsp:cNvPr id="0" name=""/>
        <dsp:cNvSpPr/>
      </dsp:nvSpPr>
      <dsp:spPr>
        <a:xfrm>
          <a:off x="7829369" y="2716086"/>
          <a:ext cx="3556766" cy="2134059"/>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100000"/>
            </a:lnSpc>
            <a:spcBef>
              <a:spcPct val="0"/>
            </a:spcBef>
            <a:spcAft>
              <a:spcPct val="35000"/>
            </a:spcAft>
            <a:buNone/>
          </a:pPr>
          <a:r>
            <a:rPr lang="en-IN" sz="1900" kern="1200" dirty="0"/>
            <a:t>• </a:t>
          </a:r>
          <a:r>
            <a:rPr lang="en-IN" sz="1900" b="1" kern="1200" dirty="0"/>
            <a:t>Limitations: </a:t>
          </a:r>
          <a:r>
            <a:rPr lang="en-US" sz="1900" kern="1200" dirty="0"/>
            <a:t>Relies on </a:t>
          </a:r>
          <a:r>
            <a:rPr lang="en-US" sz="1900" b="1" kern="1200" dirty="0"/>
            <a:t>predefined aspect categories</a:t>
          </a:r>
          <a:r>
            <a:rPr lang="en-US" sz="1900" kern="1200" dirty="0"/>
            <a:t>, limiting flexibility, faces challenges in </a:t>
          </a:r>
          <a:r>
            <a:rPr lang="en-US" sz="1900" b="1" kern="1200" dirty="0"/>
            <a:t>multilingual reviews </a:t>
          </a:r>
          <a:r>
            <a:rPr lang="en-US" sz="1900" kern="1200" dirty="0"/>
            <a:t>(e.g., Hindi-English mix).</a:t>
          </a:r>
        </a:p>
      </dsp:txBody>
      <dsp:txXfrm>
        <a:off x="7829369" y="2716086"/>
        <a:ext cx="3556766" cy="2134059"/>
      </dsp:txXfrm>
    </dsp:sp>
    <dsp:sp modelId="{3D2CB6D3-4D3B-4900-90FF-4F1436615C3D}">
      <dsp:nvSpPr>
        <dsp:cNvPr id="0" name=""/>
        <dsp:cNvSpPr/>
      </dsp:nvSpPr>
      <dsp:spPr>
        <a:xfrm>
          <a:off x="11741813" y="2716086"/>
          <a:ext cx="3556766" cy="2134059"/>
        </a:xfrm>
        <a:prstGeom prst="rect">
          <a:avLst/>
        </a:prstGeom>
        <a:solidFill>
          <a:schemeClr val="bg2">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100000"/>
            </a:lnSpc>
            <a:spcBef>
              <a:spcPct val="0"/>
            </a:spcBef>
            <a:spcAft>
              <a:spcPct val="35000"/>
            </a:spcAft>
            <a:buNone/>
          </a:pPr>
          <a:r>
            <a:rPr lang="en-IN" sz="1900" kern="1200" dirty="0"/>
            <a:t>• </a:t>
          </a:r>
          <a:r>
            <a:rPr lang="en-IN" sz="1900" b="1" kern="1200" dirty="0"/>
            <a:t>Performance: Aspect Identification Accuracy: </a:t>
          </a:r>
          <a:r>
            <a:rPr lang="en-IN" sz="1900" kern="1200" dirty="0"/>
            <a:t>~85%, </a:t>
          </a:r>
          <a:r>
            <a:rPr lang="en-IN" sz="1900" b="1" kern="1200" dirty="0"/>
            <a:t>Sentiment Classification Accuracy: </a:t>
          </a:r>
          <a:r>
            <a:rPr lang="en-IN" sz="1900" kern="1200" dirty="0"/>
            <a:t>~80%.</a:t>
          </a:r>
          <a:br>
            <a:rPr lang="en-IN" sz="1900" kern="1200" dirty="0"/>
          </a:br>
          <a:endParaRPr lang="en-US" sz="1900" kern="1200" dirty="0"/>
        </a:p>
      </dsp:txBody>
      <dsp:txXfrm>
        <a:off x="11741813" y="2716086"/>
        <a:ext cx="3556766" cy="21340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6F4B5E-2A8B-4000-88C2-06950FC74D5B}">
      <dsp:nvSpPr>
        <dsp:cNvPr id="0" name=""/>
        <dsp:cNvSpPr/>
      </dsp:nvSpPr>
      <dsp:spPr>
        <a:xfrm>
          <a:off x="4621" y="880549"/>
          <a:ext cx="3666083" cy="21996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i="0" kern="1200" baseline="0"/>
            <a:t>Data Prep</a:t>
          </a:r>
          <a:r>
            <a:rPr lang="en-US" sz="2900" b="0" i="0" kern="1200" baseline="0"/>
            <a:t>: Tokenize ~50,000 samples, max length 128, create input IDs </a:t>
          </a:r>
          <a:endParaRPr lang="en-US" sz="2900" kern="1200"/>
        </a:p>
      </dsp:txBody>
      <dsp:txXfrm>
        <a:off x="4621" y="880549"/>
        <a:ext cx="3666083" cy="2199649"/>
      </dsp:txXfrm>
    </dsp:sp>
    <dsp:sp modelId="{F27FA009-AC08-4904-919E-43F64AE154DC}">
      <dsp:nvSpPr>
        <dsp:cNvPr id="0" name=""/>
        <dsp:cNvSpPr/>
      </dsp:nvSpPr>
      <dsp:spPr>
        <a:xfrm>
          <a:off x="4037312" y="880549"/>
          <a:ext cx="3666083" cy="2199649"/>
        </a:xfrm>
        <a:prstGeom prst="rect">
          <a:avLst/>
        </a:prstGeom>
        <a:solidFill>
          <a:schemeClr val="accent2">
            <a:hueOff val="5892"/>
            <a:satOff val="-5748"/>
            <a:lumOff val="-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i="0" kern="1200" baseline="0" dirty="0"/>
            <a:t>Model Setup</a:t>
          </a:r>
          <a:r>
            <a:rPr lang="en-US" sz="2900" b="0" i="0" kern="1200" baseline="0" dirty="0"/>
            <a:t>: </a:t>
          </a:r>
          <a:r>
            <a:rPr lang="en-US" sz="2900" b="0" i="0" kern="1200" baseline="0" dirty="0" err="1"/>
            <a:t>bert</a:t>
          </a:r>
          <a:r>
            <a:rPr lang="en-US" sz="2900" b="0" i="0" kern="1200" baseline="0" dirty="0"/>
            <a:t>-base-uncased, 12 Transformer layers, 5-class output </a:t>
          </a:r>
          <a:endParaRPr lang="en-US" sz="2900" kern="1200" dirty="0"/>
        </a:p>
      </dsp:txBody>
      <dsp:txXfrm>
        <a:off x="4037312" y="880549"/>
        <a:ext cx="3666083" cy="2199649"/>
      </dsp:txXfrm>
    </dsp:sp>
    <dsp:sp modelId="{D0232FAB-ADBD-46AB-9E96-BEFE116AEDC0}">
      <dsp:nvSpPr>
        <dsp:cNvPr id="0" name=""/>
        <dsp:cNvSpPr/>
      </dsp:nvSpPr>
      <dsp:spPr>
        <a:xfrm>
          <a:off x="8070004" y="880549"/>
          <a:ext cx="3666083" cy="2199649"/>
        </a:xfrm>
        <a:prstGeom prst="rect">
          <a:avLst/>
        </a:prstGeom>
        <a:solidFill>
          <a:schemeClr val="accent2">
            <a:hueOff val="11784"/>
            <a:satOff val="-11496"/>
            <a:lumOff val="-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i="0" kern="1200" baseline="0"/>
            <a:t>Training</a:t>
          </a:r>
          <a:r>
            <a:rPr lang="en-US" sz="2900" b="0" i="0" kern="1200" baseline="0"/>
            <a:t>: 7 epochs, 2e-5 learning rate, batch size 8, RTX 4060 </a:t>
          </a:r>
          <a:endParaRPr lang="en-US" sz="2900" kern="1200"/>
        </a:p>
      </dsp:txBody>
      <dsp:txXfrm>
        <a:off x="8070004" y="880549"/>
        <a:ext cx="3666083" cy="2199649"/>
      </dsp:txXfrm>
    </dsp:sp>
    <dsp:sp modelId="{05270236-9678-4BB5-95AB-5A4A452DF369}">
      <dsp:nvSpPr>
        <dsp:cNvPr id="0" name=""/>
        <dsp:cNvSpPr/>
      </dsp:nvSpPr>
      <dsp:spPr>
        <a:xfrm>
          <a:off x="12102695" y="880549"/>
          <a:ext cx="3666083" cy="2199649"/>
        </a:xfrm>
        <a:prstGeom prst="rect">
          <a:avLst/>
        </a:prstGeom>
        <a:solidFill>
          <a:schemeClr val="accent2">
            <a:hueOff val="17677"/>
            <a:satOff val="-17244"/>
            <a:lumOff val="-8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i="0" kern="1200" baseline="0"/>
            <a:t>Validation</a:t>
          </a:r>
          <a:r>
            <a:rPr lang="en-US" sz="2900" b="0" i="0" kern="1200" baseline="0"/>
            <a:t>: 20% split, monitor eval loss to prevent overfitting </a:t>
          </a:r>
          <a:endParaRPr lang="en-US" sz="2900" kern="1200"/>
        </a:p>
      </dsp:txBody>
      <dsp:txXfrm>
        <a:off x="12102695" y="880549"/>
        <a:ext cx="3666083" cy="2199649"/>
      </dsp:txXfrm>
    </dsp:sp>
    <dsp:sp modelId="{36470206-4659-4731-AC36-A034BC8B43A1}">
      <dsp:nvSpPr>
        <dsp:cNvPr id="0" name=""/>
        <dsp:cNvSpPr/>
      </dsp:nvSpPr>
      <dsp:spPr>
        <a:xfrm>
          <a:off x="2020966" y="3446807"/>
          <a:ext cx="3666083" cy="2199649"/>
        </a:xfrm>
        <a:prstGeom prst="rect">
          <a:avLst/>
        </a:prstGeom>
        <a:solidFill>
          <a:schemeClr val="accent2">
            <a:hueOff val="23569"/>
            <a:satOff val="-22991"/>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i="0" kern="1200" baseline="0" dirty="0"/>
            <a:t>Evaluation</a:t>
          </a:r>
          <a:r>
            <a:rPr lang="en-US" sz="2900" b="0" i="0" kern="1200" baseline="0" dirty="0"/>
            <a:t>: Accuracy 94.33%, F1 0.9451, MAE 0.0672 </a:t>
          </a:r>
          <a:endParaRPr lang="en-US" sz="2900" kern="1200" dirty="0"/>
        </a:p>
      </dsp:txBody>
      <dsp:txXfrm>
        <a:off x="2020966" y="3446807"/>
        <a:ext cx="3666083" cy="2199649"/>
      </dsp:txXfrm>
    </dsp:sp>
    <dsp:sp modelId="{7B72DCC4-5A08-43EB-9142-E1BE0C5CB2DA}">
      <dsp:nvSpPr>
        <dsp:cNvPr id="0" name=""/>
        <dsp:cNvSpPr/>
      </dsp:nvSpPr>
      <dsp:spPr>
        <a:xfrm>
          <a:off x="6053658" y="3446807"/>
          <a:ext cx="3666083" cy="2199649"/>
        </a:xfrm>
        <a:prstGeom prst="rect">
          <a:avLst/>
        </a:prstGeom>
        <a:solidFill>
          <a:schemeClr val="accent2">
            <a:hueOff val="29461"/>
            <a:satOff val="-28739"/>
            <a:lumOff val="-14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i="0" kern="1200" baseline="0"/>
            <a:t>Techniques</a:t>
          </a:r>
          <a:r>
            <a:rPr lang="en-US" sz="2900" b="0" i="0" kern="1200" baseline="0"/>
            <a:t>: Dropout 0.1, early stopping callback </a:t>
          </a:r>
          <a:endParaRPr lang="en-US" sz="2900" kern="1200"/>
        </a:p>
      </dsp:txBody>
      <dsp:txXfrm>
        <a:off x="6053658" y="3446807"/>
        <a:ext cx="3666083" cy="2199649"/>
      </dsp:txXfrm>
    </dsp:sp>
    <dsp:sp modelId="{3989E371-F377-4B08-BE2A-B2FB34B8781C}">
      <dsp:nvSpPr>
        <dsp:cNvPr id="0" name=""/>
        <dsp:cNvSpPr/>
      </dsp:nvSpPr>
      <dsp:spPr>
        <a:xfrm>
          <a:off x="10086349" y="3446807"/>
          <a:ext cx="3666083" cy="2199649"/>
        </a:xfrm>
        <a:prstGeom prst="rect">
          <a:avLst/>
        </a:prstGeom>
        <a:solidFill>
          <a:schemeClr val="accent2">
            <a:hueOff val="35353"/>
            <a:satOff val="-34487"/>
            <a:lumOff val="-176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i="0" kern="1200" baseline="0"/>
            <a:t>Outcome</a:t>
          </a:r>
          <a:r>
            <a:rPr lang="en-US" sz="2900" b="0" i="0" kern="1200" baseline="0"/>
            <a:t>: Predict nuanced sentiments (e.g., “well” → 5 stars)</a:t>
          </a:r>
          <a:endParaRPr lang="en-US" sz="2900" kern="1200"/>
        </a:p>
      </dsp:txBody>
      <dsp:txXfrm>
        <a:off x="10086349" y="3446807"/>
        <a:ext cx="3666083" cy="219964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178AEF-8FDE-447D-91CB-EDB20864A51F}">
      <dsp:nvSpPr>
        <dsp:cNvPr id="0" name=""/>
        <dsp:cNvSpPr/>
      </dsp:nvSpPr>
      <dsp:spPr>
        <a:xfrm>
          <a:off x="4621" y="880549"/>
          <a:ext cx="3666083" cy="21996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Data Prep</a:t>
          </a:r>
          <a:r>
            <a:rPr lang="en-US" sz="3100" b="0" i="0" kern="1200" baseline="0"/>
            <a:t>: Embed ~50,000 samples with GloVe (200-dim, 29,498 words) </a:t>
          </a:r>
          <a:endParaRPr lang="en-US" sz="3100" kern="1200"/>
        </a:p>
      </dsp:txBody>
      <dsp:txXfrm>
        <a:off x="4621" y="880549"/>
        <a:ext cx="3666083" cy="2199649"/>
      </dsp:txXfrm>
    </dsp:sp>
    <dsp:sp modelId="{48A78D5D-839A-42F7-872D-ABD5E6815396}">
      <dsp:nvSpPr>
        <dsp:cNvPr id="0" name=""/>
        <dsp:cNvSpPr/>
      </dsp:nvSpPr>
      <dsp:spPr>
        <a:xfrm>
          <a:off x="4037312" y="880549"/>
          <a:ext cx="3666083" cy="2199649"/>
        </a:xfrm>
        <a:prstGeom prst="rect">
          <a:avLst/>
        </a:prstGeom>
        <a:solidFill>
          <a:schemeClr val="accent2">
            <a:hueOff val="5892"/>
            <a:satOff val="-5748"/>
            <a:lumOff val="-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Model Setup</a:t>
          </a:r>
          <a:r>
            <a:rPr lang="en-US" sz="3100" b="0" i="0" kern="1200" baseline="0"/>
            <a:t>: Bidirectional RNN, 256 hidden units, 5-class softmax </a:t>
          </a:r>
          <a:endParaRPr lang="en-US" sz="3100" kern="1200"/>
        </a:p>
      </dsp:txBody>
      <dsp:txXfrm>
        <a:off x="4037312" y="880549"/>
        <a:ext cx="3666083" cy="2199649"/>
      </dsp:txXfrm>
    </dsp:sp>
    <dsp:sp modelId="{50EB7460-7BC2-491F-9089-B9CF9FF89218}">
      <dsp:nvSpPr>
        <dsp:cNvPr id="0" name=""/>
        <dsp:cNvSpPr/>
      </dsp:nvSpPr>
      <dsp:spPr>
        <a:xfrm>
          <a:off x="8070004" y="880549"/>
          <a:ext cx="3666083" cy="2199649"/>
        </a:xfrm>
        <a:prstGeom prst="rect">
          <a:avLst/>
        </a:prstGeom>
        <a:solidFill>
          <a:schemeClr val="accent2">
            <a:hueOff val="11784"/>
            <a:satOff val="-11496"/>
            <a:lumOff val="-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Training</a:t>
          </a:r>
          <a:r>
            <a:rPr lang="en-US" sz="3100" b="0" i="0" kern="1200" baseline="0"/>
            <a:t>: 5 epochs, focal loss, batch size 16, early stopping </a:t>
          </a:r>
          <a:endParaRPr lang="en-US" sz="3100" kern="1200"/>
        </a:p>
      </dsp:txBody>
      <dsp:txXfrm>
        <a:off x="8070004" y="880549"/>
        <a:ext cx="3666083" cy="2199649"/>
      </dsp:txXfrm>
    </dsp:sp>
    <dsp:sp modelId="{91984C01-DAEF-4C47-B847-7DEF59428CF0}">
      <dsp:nvSpPr>
        <dsp:cNvPr id="0" name=""/>
        <dsp:cNvSpPr/>
      </dsp:nvSpPr>
      <dsp:spPr>
        <a:xfrm>
          <a:off x="12102695" y="880549"/>
          <a:ext cx="3666083" cy="2199649"/>
        </a:xfrm>
        <a:prstGeom prst="rect">
          <a:avLst/>
        </a:prstGeom>
        <a:solidFill>
          <a:schemeClr val="accent2">
            <a:hueOff val="17677"/>
            <a:satOff val="-17244"/>
            <a:lumOff val="-8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Validation</a:t>
          </a:r>
          <a:r>
            <a:rPr lang="en-US" sz="3100" b="0" i="0" kern="1200" baseline="0"/>
            <a:t>: 20% split, check accuracy dip (91.96% peak) </a:t>
          </a:r>
          <a:endParaRPr lang="en-US" sz="3100" kern="1200"/>
        </a:p>
      </dsp:txBody>
      <dsp:txXfrm>
        <a:off x="12102695" y="880549"/>
        <a:ext cx="3666083" cy="2199649"/>
      </dsp:txXfrm>
    </dsp:sp>
    <dsp:sp modelId="{0F808B21-9EBF-45C0-A118-5D4ED68C5283}">
      <dsp:nvSpPr>
        <dsp:cNvPr id="0" name=""/>
        <dsp:cNvSpPr/>
      </dsp:nvSpPr>
      <dsp:spPr>
        <a:xfrm>
          <a:off x="2020966" y="3446807"/>
          <a:ext cx="3666083" cy="2199649"/>
        </a:xfrm>
        <a:prstGeom prst="rect">
          <a:avLst/>
        </a:prstGeom>
        <a:solidFill>
          <a:schemeClr val="accent2">
            <a:hueOff val="23569"/>
            <a:satOff val="-22991"/>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dirty="0"/>
            <a:t>Evaluation</a:t>
          </a:r>
          <a:r>
            <a:rPr lang="en-US" sz="3100" b="0" i="0" kern="1200" baseline="0" dirty="0"/>
            <a:t>: Accuracy 93.21%, F1 0.9345, MAE 0.0820</a:t>
          </a:r>
          <a:endParaRPr lang="en-US" sz="3100" kern="1200" dirty="0"/>
        </a:p>
      </dsp:txBody>
      <dsp:txXfrm>
        <a:off x="2020966" y="3446807"/>
        <a:ext cx="3666083" cy="2199649"/>
      </dsp:txXfrm>
    </dsp:sp>
    <dsp:sp modelId="{3898548C-3DC8-41AB-9277-7F6EB37B8147}">
      <dsp:nvSpPr>
        <dsp:cNvPr id="0" name=""/>
        <dsp:cNvSpPr/>
      </dsp:nvSpPr>
      <dsp:spPr>
        <a:xfrm>
          <a:off x="6053658" y="3446807"/>
          <a:ext cx="3666083" cy="2199649"/>
        </a:xfrm>
        <a:prstGeom prst="rect">
          <a:avLst/>
        </a:prstGeom>
        <a:solidFill>
          <a:schemeClr val="accent2">
            <a:hueOff val="29461"/>
            <a:satOff val="-28739"/>
            <a:lumOff val="-14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Techniques</a:t>
          </a:r>
          <a:r>
            <a:rPr lang="en-US" sz="3100" b="0" i="0" kern="1200" baseline="0"/>
            <a:t>: Dropout 0.2 to mitigate overfitting </a:t>
          </a:r>
          <a:endParaRPr lang="en-US" sz="3100" kern="1200"/>
        </a:p>
      </dsp:txBody>
      <dsp:txXfrm>
        <a:off x="6053658" y="3446807"/>
        <a:ext cx="3666083" cy="2199649"/>
      </dsp:txXfrm>
    </dsp:sp>
    <dsp:sp modelId="{013BB8C9-9F04-42AD-B3E0-8429372724C9}">
      <dsp:nvSpPr>
        <dsp:cNvPr id="0" name=""/>
        <dsp:cNvSpPr/>
      </dsp:nvSpPr>
      <dsp:spPr>
        <a:xfrm>
          <a:off x="10086349" y="3446807"/>
          <a:ext cx="3666083" cy="2199649"/>
        </a:xfrm>
        <a:prstGeom prst="rect">
          <a:avLst/>
        </a:prstGeom>
        <a:solidFill>
          <a:schemeClr val="accent2">
            <a:hueOff val="35353"/>
            <a:satOff val="-34487"/>
            <a:lumOff val="-176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Outcome</a:t>
          </a:r>
          <a:r>
            <a:rPr lang="en-US" sz="3100" b="0" i="0" kern="1200" baseline="0"/>
            <a:t>: Model sequence-based sentiments effectively</a:t>
          </a:r>
          <a:endParaRPr lang="en-US" sz="3100" kern="1200"/>
        </a:p>
      </dsp:txBody>
      <dsp:txXfrm>
        <a:off x="10086349" y="3446807"/>
        <a:ext cx="3666083" cy="219964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55292-A1D7-4AF2-B0EB-80941C9743F5}">
      <dsp:nvSpPr>
        <dsp:cNvPr id="0" name=""/>
        <dsp:cNvSpPr/>
      </dsp:nvSpPr>
      <dsp:spPr>
        <a:xfrm>
          <a:off x="4621" y="880549"/>
          <a:ext cx="3666083" cy="21996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dirty="0"/>
            <a:t>Data Prep</a:t>
          </a:r>
          <a:r>
            <a:rPr lang="en-US" sz="3100" b="0" i="0" kern="1200" baseline="0" dirty="0"/>
            <a:t>: Apply </a:t>
          </a:r>
          <a:r>
            <a:rPr lang="en-US" sz="3100" b="0" i="0" kern="1200" baseline="0" dirty="0" err="1"/>
            <a:t>GloVe</a:t>
          </a:r>
          <a:r>
            <a:rPr lang="en-US" sz="3100" b="0" i="0" kern="1200" baseline="0" dirty="0"/>
            <a:t> embeddings (200-dim) to ~50,000 samples </a:t>
          </a:r>
          <a:endParaRPr lang="en-US" sz="3100" kern="1200" dirty="0"/>
        </a:p>
      </dsp:txBody>
      <dsp:txXfrm>
        <a:off x="4621" y="880549"/>
        <a:ext cx="3666083" cy="2199649"/>
      </dsp:txXfrm>
    </dsp:sp>
    <dsp:sp modelId="{87CD44DB-F7EA-4A08-8E09-F40D3D4CB799}">
      <dsp:nvSpPr>
        <dsp:cNvPr id="0" name=""/>
        <dsp:cNvSpPr/>
      </dsp:nvSpPr>
      <dsp:spPr>
        <a:xfrm>
          <a:off x="4037312" y="880549"/>
          <a:ext cx="3666083" cy="2199649"/>
        </a:xfrm>
        <a:prstGeom prst="rect">
          <a:avLst/>
        </a:prstGeom>
        <a:solidFill>
          <a:schemeClr val="accent2">
            <a:hueOff val="5892"/>
            <a:satOff val="-5748"/>
            <a:lumOff val="-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Model Setup</a:t>
          </a:r>
          <a:r>
            <a:rPr lang="en-US" sz="3100" b="0" i="0" kern="1200" baseline="0"/>
            <a:t>: LSTM, 128 hidden units, input/forget gates, 5 classes </a:t>
          </a:r>
          <a:endParaRPr lang="en-US" sz="3100" kern="1200"/>
        </a:p>
      </dsp:txBody>
      <dsp:txXfrm>
        <a:off x="4037312" y="880549"/>
        <a:ext cx="3666083" cy="2199649"/>
      </dsp:txXfrm>
    </dsp:sp>
    <dsp:sp modelId="{F02ABF51-5B07-4AB9-96F4-48019AE3FB94}">
      <dsp:nvSpPr>
        <dsp:cNvPr id="0" name=""/>
        <dsp:cNvSpPr/>
      </dsp:nvSpPr>
      <dsp:spPr>
        <a:xfrm>
          <a:off x="8070004" y="880549"/>
          <a:ext cx="3666083" cy="2199649"/>
        </a:xfrm>
        <a:prstGeom prst="rect">
          <a:avLst/>
        </a:prstGeom>
        <a:solidFill>
          <a:schemeClr val="accent2">
            <a:hueOff val="11784"/>
            <a:satOff val="-11496"/>
            <a:lumOff val="-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Training</a:t>
          </a:r>
          <a:r>
            <a:rPr lang="en-US" sz="3100" b="0" i="0" kern="1200" baseline="0"/>
            <a:t>: 5 epochs, batch size 16, optimize with Adam </a:t>
          </a:r>
          <a:endParaRPr lang="en-US" sz="3100" kern="1200"/>
        </a:p>
      </dsp:txBody>
      <dsp:txXfrm>
        <a:off x="8070004" y="880549"/>
        <a:ext cx="3666083" cy="2199649"/>
      </dsp:txXfrm>
    </dsp:sp>
    <dsp:sp modelId="{80FD6D9F-8E98-4EAD-9F87-7D78347A7A6B}">
      <dsp:nvSpPr>
        <dsp:cNvPr id="0" name=""/>
        <dsp:cNvSpPr/>
      </dsp:nvSpPr>
      <dsp:spPr>
        <a:xfrm>
          <a:off x="12102695" y="880549"/>
          <a:ext cx="3666083" cy="2199649"/>
        </a:xfrm>
        <a:prstGeom prst="rect">
          <a:avLst/>
        </a:prstGeom>
        <a:solidFill>
          <a:schemeClr val="accent2">
            <a:hueOff val="17677"/>
            <a:satOff val="-17244"/>
            <a:lumOff val="-8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Validation</a:t>
          </a:r>
          <a:r>
            <a:rPr lang="en-US" sz="3100" b="0" i="0" kern="1200" baseline="0"/>
            <a:t>: 20% split, ensure stable accuracy (94.52%) </a:t>
          </a:r>
          <a:endParaRPr lang="en-US" sz="3100" kern="1200"/>
        </a:p>
      </dsp:txBody>
      <dsp:txXfrm>
        <a:off x="12102695" y="880549"/>
        <a:ext cx="3666083" cy="2199649"/>
      </dsp:txXfrm>
    </dsp:sp>
    <dsp:sp modelId="{00B1DC26-FF40-43CA-A6BC-071F299BB74E}">
      <dsp:nvSpPr>
        <dsp:cNvPr id="0" name=""/>
        <dsp:cNvSpPr/>
      </dsp:nvSpPr>
      <dsp:spPr>
        <a:xfrm>
          <a:off x="2020966" y="3446807"/>
          <a:ext cx="3666083" cy="2199649"/>
        </a:xfrm>
        <a:prstGeom prst="rect">
          <a:avLst/>
        </a:prstGeom>
        <a:solidFill>
          <a:schemeClr val="accent2">
            <a:hueOff val="23569"/>
            <a:satOff val="-22991"/>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dirty="0"/>
            <a:t>Evaluation</a:t>
          </a:r>
          <a:r>
            <a:rPr lang="en-US" sz="3100" b="0" i="0" kern="1200" baseline="0" dirty="0"/>
            <a:t>: Accuracy 93.49%, F1 0.9370, MAE 0.0772 </a:t>
          </a:r>
          <a:endParaRPr lang="en-US" sz="3100" kern="1200" dirty="0"/>
        </a:p>
      </dsp:txBody>
      <dsp:txXfrm>
        <a:off x="2020966" y="3446807"/>
        <a:ext cx="3666083" cy="2199649"/>
      </dsp:txXfrm>
    </dsp:sp>
    <dsp:sp modelId="{A74100F5-71AE-4DC5-A87A-6A290B3B14DA}">
      <dsp:nvSpPr>
        <dsp:cNvPr id="0" name=""/>
        <dsp:cNvSpPr/>
      </dsp:nvSpPr>
      <dsp:spPr>
        <a:xfrm>
          <a:off x="6053658" y="3446807"/>
          <a:ext cx="3666083" cy="2199649"/>
        </a:xfrm>
        <a:prstGeom prst="rect">
          <a:avLst/>
        </a:prstGeom>
        <a:solidFill>
          <a:schemeClr val="accent2">
            <a:hueOff val="29461"/>
            <a:satOff val="-28739"/>
            <a:lumOff val="-14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Techniques</a:t>
          </a:r>
          <a:r>
            <a:rPr lang="en-US" sz="3100" b="0" i="0" kern="1200" baseline="0"/>
            <a:t>: Bidirectional layers, gradient clipping </a:t>
          </a:r>
          <a:endParaRPr lang="en-US" sz="3100" kern="1200"/>
        </a:p>
      </dsp:txBody>
      <dsp:txXfrm>
        <a:off x="6053658" y="3446807"/>
        <a:ext cx="3666083" cy="2199649"/>
      </dsp:txXfrm>
    </dsp:sp>
    <dsp:sp modelId="{2705412B-63AA-4697-93B4-D34BA0D266CE}">
      <dsp:nvSpPr>
        <dsp:cNvPr id="0" name=""/>
        <dsp:cNvSpPr/>
      </dsp:nvSpPr>
      <dsp:spPr>
        <a:xfrm>
          <a:off x="10086349" y="3446807"/>
          <a:ext cx="3666083" cy="2199649"/>
        </a:xfrm>
        <a:prstGeom prst="rect">
          <a:avLst/>
        </a:prstGeom>
        <a:solidFill>
          <a:schemeClr val="accent2">
            <a:hueOff val="35353"/>
            <a:satOff val="-34487"/>
            <a:lumOff val="-176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Outcome</a:t>
          </a:r>
          <a:r>
            <a:rPr lang="en-US" sz="3100" b="0" i="0" kern="1200" baseline="0"/>
            <a:t>: Capture long-term sentiment dependencies</a:t>
          </a:r>
          <a:endParaRPr lang="en-US" sz="3100" kern="1200"/>
        </a:p>
      </dsp:txBody>
      <dsp:txXfrm>
        <a:off x="10086349" y="3446807"/>
        <a:ext cx="3666083" cy="219964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807E3-AAD9-4068-9A46-006213A07954}">
      <dsp:nvSpPr>
        <dsp:cNvPr id="0" name=""/>
        <dsp:cNvSpPr/>
      </dsp:nvSpPr>
      <dsp:spPr>
        <a:xfrm>
          <a:off x="4621" y="880549"/>
          <a:ext cx="3666083" cy="21996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1" i="0" kern="1200" baseline="0"/>
            <a:t>Data Prep</a:t>
          </a:r>
          <a:r>
            <a:rPr lang="en-US" sz="3300" b="0" i="0" kern="1200" baseline="0"/>
            <a:t>: Embed ~50,000 samples with GloVe (200-dim) </a:t>
          </a:r>
          <a:endParaRPr lang="en-US" sz="3300" kern="1200"/>
        </a:p>
      </dsp:txBody>
      <dsp:txXfrm>
        <a:off x="4621" y="880549"/>
        <a:ext cx="3666083" cy="2199649"/>
      </dsp:txXfrm>
    </dsp:sp>
    <dsp:sp modelId="{900015E2-46A2-402A-B84B-91DF3BEB162E}">
      <dsp:nvSpPr>
        <dsp:cNvPr id="0" name=""/>
        <dsp:cNvSpPr/>
      </dsp:nvSpPr>
      <dsp:spPr>
        <a:xfrm>
          <a:off x="4037312" y="880549"/>
          <a:ext cx="3666083" cy="2199649"/>
        </a:xfrm>
        <a:prstGeom prst="rect">
          <a:avLst/>
        </a:prstGeom>
        <a:solidFill>
          <a:schemeClr val="accent2">
            <a:hueOff val="5892"/>
            <a:satOff val="-5748"/>
            <a:lumOff val="-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1" i="0" kern="1200" baseline="0"/>
            <a:t>Model Setup</a:t>
          </a:r>
          <a:r>
            <a:rPr lang="en-US" sz="3300" b="0" i="0" kern="1200" baseline="0"/>
            <a:t>: 1D CNN, 64 filters, max pooling, 5-class softmax </a:t>
          </a:r>
          <a:endParaRPr lang="en-US" sz="3300" kern="1200"/>
        </a:p>
      </dsp:txBody>
      <dsp:txXfrm>
        <a:off x="4037312" y="880549"/>
        <a:ext cx="3666083" cy="2199649"/>
      </dsp:txXfrm>
    </dsp:sp>
    <dsp:sp modelId="{4A0758C0-C71F-46FB-925F-9F785DAE9072}">
      <dsp:nvSpPr>
        <dsp:cNvPr id="0" name=""/>
        <dsp:cNvSpPr/>
      </dsp:nvSpPr>
      <dsp:spPr>
        <a:xfrm>
          <a:off x="8070004" y="880549"/>
          <a:ext cx="3666083" cy="2199649"/>
        </a:xfrm>
        <a:prstGeom prst="rect">
          <a:avLst/>
        </a:prstGeom>
        <a:solidFill>
          <a:schemeClr val="accent2">
            <a:hueOff val="11784"/>
            <a:satOff val="-11496"/>
            <a:lumOff val="-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1" i="0" kern="1200" baseline="0"/>
            <a:t>Training</a:t>
          </a:r>
          <a:r>
            <a:rPr lang="en-US" sz="3300" b="0" i="0" kern="1200" baseline="0"/>
            <a:t>: 5 epochs, ~7s/epoch, batch size 32, GPU </a:t>
          </a:r>
          <a:endParaRPr lang="en-US" sz="3300" kern="1200"/>
        </a:p>
      </dsp:txBody>
      <dsp:txXfrm>
        <a:off x="8070004" y="880549"/>
        <a:ext cx="3666083" cy="2199649"/>
      </dsp:txXfrm>
    </dsp:sp>
    <dsp:sp modelId="{C92EC4EC-E6C8-4B31-B228-541F5F57DD64}">
      <dsp:nvSpPr>
        <dsp:cNvPr id="0" name=""/>
        <dsp:cNvSpPr/>
      </dsp:nvSpPr>
      <dsp:spPr>
        <a:xfrm>
          <a:off x="12102695" y="880549"/>
          <a:ext cx="3666083" cy="2199649"/>
        </a:xfrm>
        <a:prstGeom prst="rect">
          <a:avLst/>
        </a:prstGeom>
        <a:solidFill>
          <a:schemeClr val="accent2">
            <a:hueOff val="17677"/>
            <a:satOff val="-17244"/>
            <a:lumOff val="-8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1" i="0" kern="1200" baseline="0"/>
            <a:t>Validation</a:t>
          </a:r>
          <a:r>
            <a:rPr lang="en-US" sz="3300" b="0" i="0" kern="1200" baseline="0"/>
            <a:t>: 20% split, confirm plateau at 94.66% </a:t>
          </a:r>
          <a:endParaRPr lang="en-US" sz="3300" kern="1200"/>
        </a:p>
      </dsp:txBody>
      <dsp:txXfrm>
        <a:off x="12102695" y="880549"/>
        <a:ext cx="3666083" cy="2199649"/>
      </dsp:txXfrm>
    </dsp:sp>
    <dsp:sp modelId="{F821851A-791E-44D5-B491-0951F3C26B6D}">
      <dsp:nvSpPr>
        <dsp:cNvPr id="0" name=""/>
        <dsp:cNvSpPr/>
      </dsp:nvSpPr>
      <dsp:spPr>
        <a:xfrm>
          <a:off x="2020966" y="3446807"/>
          <a:ext cx="3666083" cy="2199649"/>
        </a:xfrm>
        <a:prstGeom prst="rect">
          <a:avLst/>
        </a:prstGeom>
        <a:solidFill>
          <a:schemeClr val="accent2">
            <a:hueOff val="23569"/>
            <a:satOff val="-22991"/>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1" i="0" kern="1200" baseline="0" dirty="0"/>
            <a:t>Evaluation</a:t>
          </a:r>
          <a:r>
            <a:rPr lang="en-US" sz="3300" b="0" i="0" kern="1200" baseline="0" dirty="0"/>
            <a:t>: Accuracy 94.2%, F1 0.944, MAE 0.0683</a:t>
          </a:r>
          <a:endParaRPr lang="en-US" sz="3300" kern="1200" dirty="0"/>
        </a:p>
      </dsp:txBody>
      <dsp:txXfrm>
        <a:off x="2020966" y="3446807"/>
        <a:ext cx="3666083" cy="2199649"/>
      </dsp:txXfrm>
    </dsp:sp>
    <dsp:sp modelId="{E20A9F0D-0E7F-4F4B-81E4-0347ED639ECC}">
      <dsp:nvSpPr>
        <dsp:cNvPr id="0" name=""/>
        <dsp:cNvSpPr/>
      </dsp:nvSpPr>
      <dsp:spPr>
        <a:xfrm>
          <a:off x="6053658" y="3446807"/>
          <a:ext cx="3666083" cy="2199649"/>
        </a:xfrm>
        <a:prstGeom prst="rect">
          <a:avLst/>
        </a:prstGeom>
        <a:solidFill>
          <a:schemeClr val="accent2">
            <a:hueOff val="29461"/>
            <a:satOff val="-28739"/>
            <a:lumOff val="-14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1" i="0" kern="1200" baseline="0"/>
            <a:t>Techniques</a:t>
          </a:r>
          <a:r>
            <a:rPr lang="en-US" sz="3300" b="0" i="0" kern="1200" baseline="0"/>
            <a:t>: L2 regularization for robustness </a:t>
          </a:r>
          <a:endParaRPr lang="en-US" sz="3300" kern="1200"/>
        </a:p>
      </dsp:txBody>
      <dsp:txXfrm>
        <a:off x="6053658" y="3446807"/>
        <a:ext cx="3666083" cy="2199649"/>
      </dsp:txXfrm>
    </dsp:sp>
    <dsp:sp modelId="{CC622571-3809-4BC0-BBE7-938962071C10}">
      <dsp:nvSpPr>
        <dsp:cNvPr id="0" name=""/>
        <dsp:cNvSpPr/>
      </dsp:nvSpPr>
      <dsp:spPr>
        <a:xfrm>
          <a:off x="10086349" y="3446807"/>
          <a:ext cx="3666083" cy="2199649"/>
        </a:xfrm>
        <a:prstGeom prst="rect">
          <a:avLst/>
        </a:prstGeom>
        <a:solidFill>
          <a:schemeClr val="accent2">
            <a:hueOff val="35353"/>
            <a:satOff val="-34487"/>
            <a:lumOff val="-176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1" i="0" kern="1200" baseline="0"/>
            <a:t>Outcome</a:t>
          </a:r>
          <a:r>
            <a:rPr lang="en-US" sz="3300" b="0" i="0" kern="1200" baseline="0"/>
            <a:t>: Extract local sentiment patterns efficiently</a:t>
          </a:r>
          <a:endParaRPr lang="en-US" sz="3300" kern="1200"/>
        </a:p>
      </dsp:txBody>
      <dsp:txXfrm>
        <a:off x="10086349" y="3446807"/>
        <a:ext cx="3666083" cy="219964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72941-70A5-4C4A-B072-0021A7636CD7}">
      <dsp:nvSpPr>
        <dsp:cNvPr id="0" name=""/>
        <dsp:cNvSpPr/>
      </dsp:nvSpPr>
      <dsp:spPr>
        <a:xfrm>
          <a:off x="0" y="298121"/>
          <a:ext cx="4525911" cy="271554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dirty="0"/>
            <a:t>Achievement</a:t>
          </a:r>
          <a:r>
            <a:rPr lang="en-US" sz="3100" b="0" i="0" kern="1200" baseline="0" dirty="0"/>
            <a:t>: BERT achieved 94.33% accuracy, outperforming every other model</a:t>
          </a:r>
          <a:endParaRPr lang="en-US" sz="3100" kern="1200" dirty="0"/>
        </a:p>
      </dsp:txBody>
      <dsp:txXfrm>
        <a:off x="0" y="298121"/>
        <a:ext cx="4525911" cy="2715546"/>
      </dsp:txXfrm>
    </dsp:sp>
    <dsp:sp modelId="{DC925B97-CB81-47AC-97B7-E61E4904DE65}">
      <dsp:nvSpPr>
        <dsp:cNvPr id="0" name=""/>
        <dsp:cNvSpPr/>
      </dsp:nvSpPr>
      <dsp:spPr>
        <a:xfrm>
          <a:off x="4978502" y="298121"/>
          <a:ext cx="4525911" cy="2715546"/>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dirty="0"/>
            <a:t>Insights</a:t>
          </a:r>
          <a:r>
            <a:rPr lang="en-US" sz="3100" b="0" i="0" kern="1200" baseline="0" dirty="0"/>
            <a:t>: Balanced 50,000 samples enabled robust sentiment prediction (e.g., “well” → 5, “bad” → 1) </a:t>
          </a:r>
          <a:endParaRPr lang="en-US" sz="3100" kern="1200" dirty="0"/>
        </a:p>
      </dsp:txBody>
      <dsp:txXfrm>
        <a:off x="4978502" y="298121"/>
        <a:ext cx="4525911" cy="2715546"/>
      </dsp:txXfrm>
    </dsp:sp>
    <dsp:sp modelId="{FCBA08E7-C7FB-40A6-AD72-0376062986B2}">
      <dsp:nvSpPr>
        <dsp:cNvPr id="0" name=""/>
        <dsp:cNvSpPr/>
      </dsp:nvSpPr>
      <dsp:spPr>
        <a:xfrm>
          <a:off x="9957004" y="298121"/>
          <a:ext cx="4525911" cy="2715546"/>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dirty="0"/>
            <a:t>Scalability</a:t>
          </a:r>
          <a:r>
            <a:rPr lang="en-US" sz="3100" b="0" i="0" kern="1200" baseline="0" dirty="0"/>
            <a:t>: System handles ~161,297 reviews, poised for larger datasets </a:t>
          </a:r>
          <a:endParaRPr lang="en-US" sz="3100" kern="1200" dirty="0"/>
        </a:p>
      </dsp:txBody>
      <dsp:txXfrm>
        <a:off x="9957004" y="298121"/>
        <a:ext cx="4525911" cy="2715546"/>
      </dsp:txXfrm>
    </dsp:sp>
    <dsp:sp modelId="{14E05BB3-CD48-44D5-8106-E6949C8B0678}">
      <dsp:nvSpPr>
        <dsp:cNvPr id="0" name=""/>
        <dsp:cNvSpPr/>
      </dsp:nvSpPr>
      <dsp:spPr>
        <a:xfrm>
          <a:off x="2489251" y="3466259"/>
          <a:ext cx="4525911" cy="2715546"/>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dirty="0"/>
            <a:t>Diversity</a:t>
          </a:r>
          <a:r>
            <a:rPr lang="en-US" sz="3100" b="0" i="0" kern="1200" baseline="0" dirty="0"/>
            <a:t>: Visualizations reveal varied sentiments, aiding diverse healthcare needs </a:t>
          </a:r>
          <a:endParaRPr lang="en-US" sz="3100" kern="1200" dirty="0"/>
        </a:p>
      </dsp:txBody>
      <dsp:txXfrm>
        <a:off x="2489251" y="3466259"/>
        <a:ext cx="4525911" cy="2715546"/>
      </dsp:txXfrm>
    </dsp:sp>
    <dsp:sp modelId="{5EA4BBF0-6E7B-445F-A501-7225CAA46C2A}">
      <dsp:nvSpPr>
        <dsp:cNvPr id="0" name=""/>
        <dsp:cNvSpPr/>
      </dsp:nvSpPr>
      <dsp:spPr>
        <a:xfrm>
          <a:off x="7467753" y="3466259"/>
          <a:ext cx="4525911" cy="271554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b="1" i="0" kern="1200" baseline="0"/>
            <a:t>Application</a:t>
          </a:r>
          <a:r>
            <a:rPr lang="en-US" sz="3100" b="0" i="0" kern="1200" baseline="0"/>
            <a:t>: Supports drug improvement and patient decision-making</a:t>
          </a:r>
          <a:endParaRPr lang="en-US" sz="3100" kern="1200"/>
        </a:p>
      </dsp:txBody>
      <dsp:txXfrm>
        <a:off x="7467753" y="3466259"/>
        <a:ext cx="4525911" cy="271554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E6D12-9F08-47B5-84D0-DE477E993B8B}">
      <dsp:nvSpPr>
        <dsp:cNvPr id="0" name=""/>
        <dsp:cNvSpPr/>
      </dsp:nvSpPr>
      <dsp:spPr>
        <a:xfrm>
          <a:off x="2093862" y="131780"/>
          <a:ext cx="1584595" cy="158459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1CC3DB-B1AC-4A58-8A67-0B3557D583AF}">
      <dsp:nvSpPr>
        <dsp:cNvPr id="0" name=""/>
        <dsp:cNvSpPr/>
      </dsp:nvSpPr>
      <dsp:spPr>
        <a:xfrm>
          <a:off x="2426627" y="464545"/>
          <a:ext cx="919065" cy="9190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F80ACE-FB3F-4C6D-9BCF-277C5D46DF51}">
      <dsp:nvSpPr>
        <dsp:cNvPr id="0" name=""/>
        <dsp:cNvSpPr/>
      </dsp:nvSpPr>
      <dsp:spPr>
        <a:xfrm>
          <a:off x="4018014" y="131780"/>
          <a:ext cx="3735118" cy="158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Multilingual Analysis</a:t>
          </a:r>
          <a:br>
            <a:rPr lang="en-US" sz="1800" kern="1200" dirty="0"/>
          </a:br>
          <a:r>
            <a:rPr lang="en-US" sz="1800" kern="1200" dirty="0"/>
            <a:t>Support sentiment analysis in major Indian languages for regional inclusivity.</a:t>
          </a:r>
        </a:p>
      </dsp:txBody>
      <dsp:txXfrm>
        <a:off x="4018014" y="131780"/>
        <a:ext cx="3735118" cy="1584595"/>
      </dsp:txXfrm>
    </dsp:sp>
    <dsp:sp modelId="{F6A9983B-215F-4AFC-A53B-907C8E90CC89}">
      <dsp:nvSpPr>
        <dsp:cNvPr id="0" name=""/>
        <dsp:cNvSpPr/>
      </dsp:nvSpPr>
      <dsp:spPr>
        <a:xfrm>
          <a:off x="8403948" y="131780"/>
          <a:ext cx="1584595" cy="158459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FF4CE2-5CDC-4F75-8F76-E9DDA8C40833}">
      <dsp:nvSpPr>
        <dsp:cNvPr id="0" name=""/>
        <dsp:cNvSpPr/>
      </dsp:nvSpPr>
      <dsp:spPr>
        <a:xfrm>
          <a:off x="8736713" y="464545"/>
          <a:ext cx="919065" cy="9190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1D8B27-1F7F-4DCA-9EEE-FC7CFC5718D2}">
      <dsp:nvSpPr>
        <dsp:cNvPr id="0" name=""/>
        <dsp:cNvSpPr/>
      </dsp:nvSpPr>
      <dsp:spPr>
        <a:xfrm>
          <a:off x="10328100" y="131780"/>
          <a:ext cx="3735118" cy="158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 </a:t>
          </a:r>
          <a:r>
            <a:rPr lang="en-US" sz="1800" b="1" kern="1200" dirty="0"/>
            <a:t>Real-Time Monitoring</a:t>
          </a:r>
          <a:br>
            <a:rPr lang="en-US" sz="1800" kern="1200" dirty="0"/>
          </a:br>
          <a:r>
            <a:rPr lang="en-US" sz="1800" kern="1200" dirty="0"/>
            <a:t>Interactive dashboard for live tracking and response to patient reviews.</a:t>
          </a:r>
        </a:p>
      </dsp:txBody>
      <dsp:txXfrm>
        <a:off x="10328100" y="131780"/>
        <a:ext cx="3735118" cy="1584595"/>
      </dsp:txXfrm>
    </dsp:sp>
    <dsp:sp modelId="{6933AB35-8E02-4A2C-86BD-99E9831F6F7E}">
      <dsp:nvSpPr>
        <dsp:cNvPr id="0" name=""/>
        <dsp:cNvSpPr/>
      </dsp:nvSpPr>
      <dsp:spPr>
        <a:xfrm>
          <a:off x="2093862" y="3008722"/>
          <a:ext cx="1584595" cy="158459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C4B77F-E362-4269-B1A0-A52F47EE5204}">
      <dsp:nvSpPr>
        <dsp:cNvPr id="0" name=""/>
        <dsp:cNvSpPr/>
      </dsp:nvSpPr>
      <dsp:spPr>
        <a:xfrm>
          <a:off x="2426627" y="3341487"/>
          <a:ext cx="919065" cy="9190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942666-F6F3-4D3D-8C63-2C70A53053D9}">
      <dsp:nvSpPr>
        <dsp:cNvPr id="0" name=""/>
        <dsp:cNvSpPr/>
      </dsp:nvSpPr>
      <dsp:spPr>
        <a:xfrm>
          <a:off x="4018014" y="3008722"/>
          <a:ext cx="3735118" cy="158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RAG for Insights</a:t>
          </a:r>
          <a:br>
            <a:rPr lang="en-US" sz="1800" kern="1200" dirty="0"/>
          </a:br>
          <a:r>
            <a:rPr lang="en-US" sz="1800" kern="1200" dirty="0"/>
            <a:t>Use Retrieval-Augmented Generation to combine reviews with medical knowledge for contextual analysis and recommendations.</a:t>
          </a:r>
        </a:p>
      </dsp:txBody>
      <dsp:txXfrm>
        <a:off x="4018014" y="3008722"/>
        <a:ext cx="3735118" cy="1584595"/>
      </dsp:txXfrm>
    </dsp:sp>
    <dsp:sp modelId="{DF962DB1-0D8E-49DF-860D-49C9970B2820}">
      <dsp:nvSpPr>
        <dsp:cNvPr id="0" name=""/>
        <dsp:cNvSpPr/>
      </dsp:nvSpPr>
      <dsp:spPr>
        <a:xfrm>
          <a:off x="8403948" y="3008722"/>
          <a:ext cx="1584595" cy="158459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D1CB27-75E5-42E6-819C-3AF8941F0740}">
      <dsp:nvSpPr>
        <dsp:cNvPr id="0" name=""/>
        <dsp:cNvSpPr/>
      </dsp:nvSpPr>
      <dsp:spPr>
        <a:xfrm>
          <a:off x="8736713" y="3341487"/>
          <a:ext cx="919065" cy="91906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5AD200-8256-40C5-BBAE-D2B010B26149}">
      <dsp:nvSpPr>
        <dsp:cNvPr id="0" name=""/>
        <dsp:cNvSpPr/>
      </dsp:nvSpPr>
      <dsp:spPr>
        <a:xfrm>
          <a:off x="10328100" y="3008722"/>
          <a:ext cx="3735118" cy="158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Advanced DL Models</a:t>
          </a:r>
          <a:br>
            <a:rPr lang="en-US" sz="1800" kern="1200" dirty="0"/>
          </a:br>
          <a:r>
            <a:rPr lang="en-US" sz="1800" kern="1200" dirty="0"/>
            <a:t>Leverage models like </a:t>
          </a:r>
          <a:r>
            <a:rPr lang="en-US" sz="1800" kern="1200" dirty="0" err="1"/>
            <a:t>RoBERTa</a:t>
          </a:r>
          <a:r>
            <a:rPr lang="en-US" sz="1800" kern="1200" dirty="0"/>
            <a:t>, </a:t>
          </a:r>
          <a:r>
            <a:rPr lang="en-US" sz="1800" kern="1200" dirty="0" err="1"/>
            <a:t>XLNet</a:t>
          </a:r>
          <a:r>
            <a:rPr lang="en-US" sz="1800" kern="1200" dirty="0"/>
            <a:t>, and GPT for improved aspect extraction and sentiment accuracy.</a:t>
          </a:r>
        </a:p>
      </dsp:txBody>
      <dsp:txXfrm>
        <a:off x="10328100" y="3008722"/>
        <a:ext cx="3735118" cy="1584595"/>
      </dsp:txXfrm>
    </dsp:sp>
    <dsp:sp modelId="{803AD97C-E061-44E3-86F0-B4E0AE6B0C68}">
      <dsp:nvSpPr>
        <dsp:cNvPr id="0" name=""/>
        <dsp:cNvSpPr/>
      </dsp:nvSpPr>
      <dsp:spPr>
        <a:xfrm>
          <a:off x="2093862" y="5885665"/>
          <a:ext cx="1584595" cy="158459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B848B0-0360-4496-BDBE-A4259BB04EDF}">
      <dsp:nvSpPr>
        <dsp:cNvPr id="0" name=""/>
        <dsp:cNvSpPr/>
      </dsp:nvSpPr>
      <dsp:spPr>
        <a:xfrm>
          <a:off x="2426627" y="6218430"/>
          <a:ext cx="919065" cy="91906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496904-24D5-44D3-BE2A-CFE95AA197F7}">
      <dsp:nvSpPr>
        <dsp:cNvPr id="0" name=""/>
        <dsp:cNvSpPr/>
      </dsp:nvSpPr>
      <dsp:spPr>
        <a:xfrm>
          <a:off x="4018014" y="5885665"/>
          <a:ext cx="3735118" cy="1584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Cross-Platform Analysis</a:t>
          </a:r>
          <a:br>
            <a:rPr lang="en-US" sz="1800" kern="1200" dirty="0"/>
          </a:br>
          <a:r>
            <a:rPr lang="en-US" sz="1800" kern="1200" dirty="0"/>
            <a:t>Analyze feedback from social media, forums, and multiple review platforms beyond Google Maps.</a:t>
          </a:r>
        </a:p>
      </dsp:txBody>
      <dsp:txXfrm>
        <a:off x="4018014" y="5885665"/>
        <a:ext cx="3735118" cy="158459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9053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77C531D2-BDC3-7506-3B2B-117068351B0A}"/>
            </a:ext>
          </a:extLst>
        </p:cNvPr>
        <p:cNvGrpSpPr/>
        <p:nvPr/>
      </p:nvGrpSpPr>
      <p:grpSpPr>
        <a:xfrm>
          <a:off x="0" y="0"/>
          <a:ext cx="0" cy="0"/>
          <a:chOff x="0" y="0"/>
          <a:chExt cx="0" cy="0"/>
        </a:xfrm>
      </p:grpSpPr>
      <p:sp>
        <p:nvSpPr>
          <p:cNvPr id="143" name="Google Shape;143;p7:notes">
            <a:extLst>
              <a:ext uri="{FF2B5EF4-FFF2-40B4-BE49-F238E27FC236}">
                <a16:creationId xmlns:a16="http://schemas.microsoft.com/office/drawing/2014/main" id="{055C2358-1CD2-D110-3919-A29AC84A2B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7:notes">
            <a:extLst>
              <a:ext uri="{FF2B5EF4-FFF2-40B4-BE49-F238E27FC236}">
                <a16:creationId xmlns:a16="http://schemas.microsoft.com/office/drawing/2014/main" id="{3F558496-CB07-17E6-68FC-294A6C6138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8766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3FE2A8B3-82DD-621E-AB25-729E41E9EAB5}"/>
            </a:ext>
          </a:extLst>
        </p:cNvPr>
        <p:cNvGrpSpPr/>
        <p:nvPr/>
      </p:nvGrpSpPr>
      <p:grpSpPr>
        <a:xfrm>
          <a:off x="0" y="0"/>
          <a:ext cx="0" cy="0"/>
          <a:chOff x="0" y="0"/>
          <a:chExt cx="0" cy="0"/>
        </a:xfrm>
      </p:grpSpPr>
      <p:sp>
        <p:nvSpPr>
          <p:cNvPr id="166" name="Google Shape;166;p10:notes">
            <a:extLst>
              <a:ext uri="{FF2B5EF4-FFF2-40B4-BE49-F238E27FC236}">
                <a16:creationId xmlns:a16="http://schemas.microsoft.com/office/drawing/2014/main" id="{C7BC0324-15D9-A714-A9C0-E81C18357F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0:notes">
            <a:extLst>
              <a:ext uri="{FF2B5EF4-FFF2-40B4-BE49-F238E27FC236}">
                <a16:creationId xmlns:a16="http://schemas.microsoft.com/office/drawing/2014/main" id="{3F87C576-E49D-149F-5D36-DBB0877AAC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1148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2716B44D-E05C-3D07-2735-FC91F3D3E470}"/>
            </a:ext>
          </a:extLst>
        </p:cNvPr>
        <p:cNvGrpSpPr/>
        <p:nvPr/>
      </p:nvGrpSpPr>
      <p:grpSpPr>
        <a:xfrm>
          <a:off x="0" y="0"/>
          <a:ext cx="0" cy="0"/>
          <a:chOff x="0" y="0"/>
          <a:chExt cx="0" cy="0"/>
        </a:xfrm>
      </p:grpSpPr>
      <p:sp>
        <p:nvSpPr>
          <p:cNvPr id="166" name="Google Shape;166;p10:notes">
            <a:extLst>
              <a:ext uri="{FF2B5EF4-FFF2-40B4-BE49-F238E27FC236}">
                <a16:creationId xmlns:a16="http://schemas.microsoft.com/office/drawing/2014/main" id="{D00B2028-8532-5BDC-654C-E403DE1C72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0:notes">
            <a:extLst>
              <a:ext uri="{FF2B5EF4-FFF2-40B4-BE49-F238E27FC236}">
                <a16:creationId xmlns:a16="http://schemas.microsoft.com/office/drawing/2014/main" id="{6B06B518-E19D-6EAE-5490-D25DC4C31D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4718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238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FDE2E67-B5B4-4BE1-A486-859033C71B4F}"/>
            </a:ext>
          </a:extLst>
        </p:cNvPr>
        <p:cNvGrpSpPr/>
        <p:nvPr/>
      </p:nvGrpSpPr>
      <p:grpSpPr>
        <a:xfrm>
          <a:off x="0" y="0"/>
          <a:ext cx="0" cy="0"/>
          <a:chOff x="0" y="0"/>
          <a:chExt cx="0" cy="0"/>
        </a:xfrm>
      </p:grpSpPr>
      <p:sp>
        <p:nvSpPr>
          <p:cNvPr id="198" name="Google Shape;198;p14:notes">
            <a:extLst>
              <a:ext uri="{FF2B5EF4-FFF2-40B4-BE49-F238E27FC236}">
                <a16:creationId xmlns:a16="http://schemas.microsoft.com/office/drawing/2014/main" id="{A64CFBE0-73FE-D89D-3346-C3D7828D32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4:notes">
            <a:extLst>
              <a:ext uri="{FF2B5EF4-FFF2-40B4-BE49-F238E27FC236}">
                <a16:creationId xmlns:a16="http://schemas.microsoft.com/office/drawing/2014/main" id="{231FB15A-C390-4B10-0EE9-6E233125A2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0383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174FCC19-8AEC-31F9-B65D-40AD2E2C91AF}"/>
            </a:ext>
          </a:extLst>
        </p:cNvPr>
        <p:cNvGrpSpPr/>
        <p:nvPr/>
      </p:nvGrpSpPr>
      <p:grpSpPr>
        <a:xfrm>
          <a:off x="0" y="0"/>
          <a:ext cx="0" cy="0"/>
          <a:chOff x="0" y="0"/>
          <a:chExt cx="0" cy="0"/>
        </a:xfrm>
      </p:grpSpPr>
      <p:sp>
        <p:nvSpPr>
          <p:cNvPr id="174" name="Google Shape;174;p11:notes">
            <a:extLst>
              <a:ext uri="{FF2B5EF4-FFF2-40B4-BE49-F238E27FC236}">
                <a16:creationId xmlns:a16="http://schemas.microsoft.com/office/drawing/2014/main" id="{CEE81EE2-60D0-7DD7-0BDA-DFDB0DDC50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1:notes">
            <a:extLst>
              <a:ext uri="{FF2B5EF4-FFF2-40B4-BE49-F238E27FC236}">
                <a16:creationId xmlns:a16="http://schemas.microsoft.com/office/drawing/2014/main" id="{959E63F4-78A8-4E5D-8C8C-310C57242C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8709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52F7882A-049E-2F79-0CE7-394D2A6457D9}"/>
            </a:ext>
          </a:extLst>
        </p:cNvPr>
        <p:cNvGrpSpPr/>
        <p:nvPr/>
      </p:nvGrpSpPr>
      <p:grpSpPr>
        <a:xfrm>
          <a:off x="0" y="0"/>
          <a:ext cx="0" cy="0"/>
          <a:chOff x="0" y="0"/>
          <a:chExt cx="0" cy="0"/>
        </a:xfrm>
      </p:grpSpPr>
      <p:sp>
        <p:nvSpPr>
          <p:cNvPr id="174" name="Google Shape;174;p11:notes">
            <a:extLst>
              <a:ext uri="{FF2B5EF4-FFF2-40B4-BE49-F238E27FC236}">
                <a16:creationId xmlns:a16="http://schemas.microsoft.com/office/drawing/2014/main" id="{4144EA41-D8E4-160A-4F7F-39589AD5F7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1:notes">
            <a:extLst>
              <a:ext uri="{FF2B5EF4-FFF2-40B4-BE49-F238E27FC236}">
                <a16:creationId xmlns:a16="http://schemas.microsoft.com/office/drawing/2014/main" id="{F8D488F7-CA9E-49C4-25B7-AB076A5438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9555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99969874-06A0-7888-E2F9-CDF9295562B1}"/>
            </a:ext>
          </a:extLst>
        </p:cNvPr>
        <p:cNvGrpSpPr/>
        <p:nvPr/>
      </p:nvGrpSpPr>
      <p:grpSpPr>
        <a:xfrm>
          <a:off x="0" y="0"/>
          <a:ext cx="0" cy="0"/>
          <a:chOff x="0" y="0"/>
          <a:chExt cx="0" cy="0"/>
        </a:xfrm>
      </p:grpSpPr>
      <p:sp>
        <p:nvSpPr>
          <p:cNvPr id="198" name="Google Shape;198;p14:notes">
            <a:extLst>
              <a:ext uri="{FF2B5EF4-FFF2-40B4-BE49-F238E27FC236}">
                <a16:creationId xmlns:a16="http://schemas.microsoft.com/office/drawing/2014/main" id="{BEEFD65F-09F4-56B4-F74F-1F0F89BEEC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4:notes">
            <a:extLst>
              <a:ext uri="{FF2B5EF4-FFF2-40B4-BE49-F238E27FC236}">
                <a16:creationId xmlns:a16="http://schemas.microsoft.com/office/drawing/2014/main" id="{E145C5A0-6F3D-4F79-6A19-F7E779D6CF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9274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501F2393-23B9-C52B-6E1E-9FC5C1977433}"/>
            </a:ext>
          </a:extLst>
        </p:cNvPr>
        <p:cNvGrpSpPr/>
        <p:nvPr/>
      </p:nvGrpSpPr>
      <p:grpSpPr>
        <a:xfrm>
          <a:off x="0" y="0"/>
          <a:ext cx="0" cy="0"/>
          <a:chOff x="0" y="0"/>
          <a:chExt cx="0" cy="0"/>
        </a:xfrm>
      </p:grpSpPr>
      <p:sp>
        <p:nvSpPr>
          <p:cNvPr id="174" name="Google Shape;174;p11:notes">
            <a:extLst>
              <a:ext uri="{FF2B5EF4-FFF2-40B4-BE49-F238E27FC236}">
                <a16:creationId xmlns:a16="http://schemas.microsoft.com/office/drawing/2014/main" id="{382ACC75-FDAC-E9B3-018E-C7948AA920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1:notes">
            <a:extLst>
              <a:ext uri="{FF2B5EF4-FFF2-40B4-BE49-F238E27FC236}">
                <a16:creationId xmlns:a16="http://schemas.microsoft.com/office/drawing/2014/main" id="{17E112EF-C25E-7337-E6AC-20046E73C8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1801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34BC020-91DB-C59B-05A1-43217ADDC3B6}"/>
            </a:ext>
          </a:extLst>
        </p:cNvPr>
        <p:cNvGrpSpPr/>
        <p:nvPr/>
      </p:nvGrpSpPr>
      <p:grpSpPr>
        <a:xfrm>
          <a:off x="0" y="0"/>
          <a:ext cx="0" cy="0"/>
          <a:chOff x="0" y="0"/>
          <a:chExt cx="0" cy="0"/>
        </a:xfrm>
      </p:grpSpPr>
      <p:sp>
        <p:nvSpPr>
          <p:cNvPr id="198" name="Google Shape;198;p14:notes">
            <a:extLst>
              <a:ext uri="{FF2B5EF4-FFF2-40B4-BE49-F238E27FC236}">
                <a16:creationId xmlns:a16="http://schemas.microsoft.com/office/drawing/2014/main" id="{3B0B0019-98AF-1A49-9FD9-66865D82C6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4:notes">
            <a:extLst>
              <a:ext uri="{FF2B5EF4-FFF2-40B4-BE49-F238E27FC236}">
                <a16:creationId xmlns:a16="http://schemas.microsoft.com/office/drawing/2014/main" id="{DCB0A6EB-01F5-EEC6-2ADD-822E7C6253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260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a:extLst>
            <a:ext uri="{FF2B5EF4-FFF2-40B4-BE49-F238E27FC236}">
              <a16:creationId xmlns:a16="http://schemas.microsoft.com/office/drawing/2014/main" id="{258CFDC7-B123-73F2-8C9C-D27CC0A344A3}"/>
            </a:ext>
          </a:extLst>
        </p:cNvPr>
        <p:cNvGrpSpPr/>
        <p:nvPr/>
      </p:nvGrpSpPr>
      <p:grpSpPr>
        <a:xfrm>
          <a:off x="0" y="0"/>
          <a:ext cx="0" cy="0"/>
          <a:chOff x="0" y="0"/>
          <a:chExt cx="0" cy="0"/>
        </a:xfrm>
      </p:grpSpPr>
      <p:sp>
        <p:nvSpPr>
          <p:cNvPr id="308" name="Google Shape;308;p26:notes">
            <a:extLst>
              <a:ext uri="{FF2B5EF4-FFF2-40B4-BE49-F238E27FC236}">
                <a16:creationId xmlns:a16="http://schemas.microsoft.com/office/drawing/2014/main" id="{544E071A-958A-F9F5-1FF4-AF8529AA47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6:notes">
            <a:extLst>
              <a:ext uri="{FF2B5EF4-FFF2-40B4-BE49-F238E27FC236}">
                <a16:creationId xmlns:a16="http://schemas.microsoft.com/office/drawing/2014/main" id="{DD7F232D-5CEA-9C97-1AC7-7078C96AE0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21601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a:extLst>
            <a:ext uri="{FF2B5EF4-FFF2-40B4-BE49-F238E27FC236}">
              <a16:creationId xmlns:a16="http://schemas.microsoft.com/office/drawing/2014/main" id="{2F64393C-BD74-DDA8-2967-DCF1496CA6C4}"/>
            </a:ext>
          </a:extLst>
        </p:cNvPr>
        <p:cNvGrpSpPr/>
        <p:nvPr/>
      </p:nvGrpSpPr>
      <p:grpSpPr>
        <a:xfrm>
          <a:off x="0" y="0"/>
          <a:ext cx="0" cy="0"/>
          <a:chOff x="0" y="0"/>
          <a:chExt cx="0" cy="0"/>
        </a:xfrm>
      </p:grpSpPr>
      <p:sp>
        <p:nvSpPr>
          <p:cNvPr id="308" name="Google Shape;308;p26:notes">
            <a:extLst>
              <a:ext uri="{FF2B5EF4-FFF2-40B4-BE49-F238E27FC236}">
                <a16:creationId xmlns:a16="http://schemas.microsoft.com/office/drawing/2014/main" id="{0F56CBF6-2EAD-5D20-F9ED-FAB82E0E17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6:notes">
            <a:extLst>
              <a:ext uri="{FF2B5EF4-FFF2-40B4-BE49-F238E27FC236}">
                <a16:creationId xmlns:a16="http://schemas.microsoft.com/office/drawing/2014/main" id="{D98D70F1-7C5B-6044-C755-D109D1138C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72420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a:extLst>
            <a:ext uri="{FF2B5EF4-FFF2-40B4-BE49-F238E27FC236}">
              <a16:creationId xmlns:a16="http://schemas.microsoft.com/office/drawing/2014/main" id="{0968A1B9-D568-8CFA-2D2D-ED994DEA37AD}"/>
            </a:ext>
          </a:extLst>
        </p:cNvPr>
        <p:cNvGrpSpPr/>
        <p:nvPr/>
      </p:nvGrpSpPr>
      <p:grpSpPr>
        <a:xfrm>
          <a:off x="0" y="0"/>
          <a:ext cx="0" cy="0"/>
          <a:chOff x="0" y="0"/>
          <a:chExt cx="0" cy="0"/>
        </a:xfrm>
      </p:grpSpPr>
      <p:sp>
        <p:nvSpPr>
          <p:cNvPr id="308" name="Google Shape;308;p26:notes">
            <a:extLst>
              <a:ext uri="{FF2B5EF4-FFF2-40B4-BE49-F238E27FC236}">
                <a16:creationId xmlns:a16="http://schemas.microsoft.com/office/drawing/2014/main" id="{F4159981-4274-BF26-6472-BB0B686868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6:notes">
            <a:extLst>
              <a:ext uri="{FF2B5EF4-FFF2-40B4-BE49-F238E27FC236}">
                <a16:creationId xmlns:a16="http://schemas.microsoft.com/office/drawing/2014/main" id="{64DEEF79-7857-4EE4-A96F-02DE2F8784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3200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a:extLst>
            <a:ext uri="{FF2B5EF4-FFF2-40B4-BE49-F238E27FC236}">
              <a16:creationId xmlns:a16="http://schemas.microsoft.com/office/drawing/2014/main" id="{385F8510-E67C-5605-5066-4DDD001FC3C1}"/>
            </a:ext>
          </a:extLst>
        </p:cNvPr>
        <p:cNvGrpSpPr/>
        <p:nvPr/>
      </p:nvGrpSpPr>
      <p:grpSpPr>
        <a:xfrm>
          <a:off x="0" y="0"/>
          <a:ext cx="0" cy="0"/>
          <a:chOff x="0" y="0"/>
          <a:chExt cx="0" cy="0"/>
        </a:xfrm>
      </p:grpSpPr>
      <p:sp>
        <p:nvSpPr>
          <p:cNvPr id="308" name="Google Shape;308;p26:notes">
            <a:extLst>
              <a:ext uri="{FF2B5EF4-FFF2-40B4-BE49-F238E27FC236}">
                <a16:creationId xmlns:a16="http://schemas.microsoft.com/office/drawing/2014/main" id="{ECA204CE-55CD-DC2E-C5A5-5E03BDE32B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6:notes">
            <a:extLst>
              <a:ext uri="{FF2B5EF4-FFF2-40B4-BE49-F238E27FC236}">
                <a16:creationId xmlns:a16="http://schemas.microsoft.com/office/drawing/2014/main" id="{CCAAFE87-0F1F-CC57-3CF0-BE3AD9C3D0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7188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a:extLst>
            <a:ext uri="{FF2B5EF4-FFF2-40B4-BE49-F238E27FC236}">
              <a16:creationId xmlns:a16="http://schemas.microsoft.com/office/drawing/2014/main" id="{8923F8A6-3718-046B-E8BE-954433961C65}"/>
            </a:ext>
          </a:extLst>
        </p:cNvPr>
        <p:cNvGrpSpPr/>
        <p:nvPr/>
      </p:nvGrpSpPr>
      <p:grpSpPr>
        <a:xfrm>
          <a:off x="0" y="0"/>
          <a:ext cx="0" cy="0"/>
          <a:chOff x="0" y="0"/>
          <a:chExt cx="0" cy="0"/>
        </a:xfrm>
      </p:grpSpPr>
      <p:sp>
        <p:nvSpPr>
          <p:cNvPr id="308" name="Google Shape;308;p26:notes">
            <a:extLst>
              <a:ext uri="{FF2B5EF4-FFF2-40B4-BE49-F238E27FC236}">
                <a16:creationId xmlns:a16="http://schemas.microsoft.com/office/drawing/2014/main" id="{18813051-3575-3C83-A06A-A400FBD953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6:notes">
            <a:extLst>
              <a:ext uri="{FF2B5EF4-FFF2-40B4-BE49-F238E27FC236}">
                <a16:creationId xmlns:a16="http://schemas.microsoft.com/office/drawing/2014/main" id="{CD956D05-D34B-1D23-9587-F52D73107D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32303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33e3802da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g333e3802da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50746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33e3802da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g333e3802d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e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5.jpeg"/><Relationship Id="rId7" Type="http://schemas.openxmlformats.org/officeDocument/2006/relationships/diagramColors" Target="../diagrams/colors5.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8.jpeg"/><Relationship Id="rId7" Type="http://schemas.openxmlformats.org/officeDocument/2006/relationships/diagramColors" Target="../diagrams/colors8.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10.jpeg"/><Relationship Id="rId7" Type="http://schemas.openxmlformats.org/officeDocument/2006/relationships/diagramColors" Target="../diagrams/colors9.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jpeg"/><Relationship Id="rId7" Type="http://schemas.openxmlformats.org/officeDocument/2006/relationships/diagramColors" Target="../diagrams/colors10.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13.jpeg"/><Relationship Id="rId7" Type="http://schemas.openxmlformats.org/officeDocument/2006/relationships/diagramColors" Target="../diagrams/colors11.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109/tem.2024.3416409"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hyperlink" Target="https://doi.org/10.1362/026725799784870496" TargetMode="External"/><Relationship Id="rId4" Type="http://schemas.openxmlformats.org/officeDocument/2006/relationships/hyperlink" Target="https://pubmed.ncbi.nlm.nih.gov/38655121"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Shape 83"/>
        <p:cNvGrpSpPr/>
        <p:nvPr/>
      </p:nvGrpSpPr>
      <p:grpSpPr>
        <a:xfrm>
          <a:off x="0" y="0"/>
          <a:ext cx="0" cy="0"/>
          <a:chOff x="0" y="0"/>
          <a:chExt cx="0" cy="0"/>
        </a:xfrm>
      </p:grpSpPr>
      <p:cxnSp>
        <p:nvCxnSpPr>
          <p:cNvPr id="84" name="Google Shape;84;p13"/>
          <p:cNvCxnSpPr/>
          <p:nvPr/>
        </p:nvCxnSpPr>
        <p:spPr>
          <a:xfrm rot="-5400000">
            <a:off x="4989927" y="1071454"/>
            <a:ext cx="2161958" cy="0"/>
          </a:xfrm>
          <a:prstGeom prst="straightConnector1">
            <a:avLst/>
          </a:prstGeom>
          <a:noFill/>
          <a:ln w="19050" cap="rnd" cmpd="sng">
            <a:solidFill>
              <a:schemeClr val="bg2"/>
            </a:solidFill>
            <a:prstDash val="solid"/>
            <a:round/>
            <a:headEnd type="none" w="sm" len="sm"/>
            <a:tailEnd type="none" w="sm" len="sm"/>
          </a:ln>
        </p:spPr>
      </p:cxnSp>
      <p:cxnSp>
        <p:nvCxnSpPr>
          <p:cNvPr id="85" name="Google Shape;85;p13"/>
          <p:cNvCxnSpPr/>
          <p:nvPr/>
        </p:nvCxnSpPr>
        <p:spPr>
          <a:xfrm>
            <a:off x="716182" y="2176246"/>
            <a:ext cx="16855636" cy="0"/>
          </a:xfrm>
          <a:prstGeom prst="straightConnector1">
            <a:avLst/>
          </a:prstGeom>
          <a:noFill/>
          <a:ln w="19050" cap="rnd" cmpd="sng">
            <a:solidFill>
              <a:schemeClr val="bg2"/>
            </a:solidFill>
            <a:prstDash val="solid"/>
            <a:round/>
            <a:headEnd type="none" w="sm" len="sm"/>
            <a:tailEnd type="none" w="sm" len="sm"/>
          </a:ln>
        </p:spPr>
      </p:cxnSp>
      <p:grpSp>
        <p:nvGrpSpPr>
          <p:cNvPr id="86" name="Google Shape;86;p13"/>
          <p:cNvGrpSpPr/>
          <p:nvPr/>
        </p:nvGrpSpPr>
        <p:grpSpPr>
          <a:xfrm>
            <a:off x="-1" y="8904122"/>
            <a:ext cx="18288001" cy="1912793"/>
            <a:chOff x="0" y="0"/>
            <a:chExt cx="4893488" cy="503781"/>
          </a:xfrm>
          <a:solidFill>
            <a:schemeClr val="tx2">
              <a:lumMod val="25000"/>
            </a:schemeClr>
          </a:solidFill>
        </p:grpSpPr>
        <p:sp>
          <p:nvSpPr>
            <p:cNvPr id="87" name="Google Shape;87;p13"/>
            <p:cNvSpPr/>
            <p:nvPr/>
          </p:nvSpPr>
          <p:spPr>
            <a:xfrm>
              <a:off x="0" y="0"/>
              <a:ext cx="4893488" cy="503781"/>
            </a:xfrm>
            <a:custGeom>
              <a:avLst/>
              <a:gdLst/>
              <a:ahLst/>
              <a:cxnLst/>
              <a:rect l="l" t="t" r="r" b="b"/>
              <a:pathLst>
                <a:path w="4893488" h="503781" extrusionOk="0">
                  <a:moveTo>
                    <a:pt x="0" y="0"/>
                  </a:moveTo>
                  <a:lnTo>
                    <a:pt x="4893488" y="0"/>
                  </a:lnTo>
                  <a:lnTo>
                    <a:pt x="4893488" y="503781"/>
                  </a:lnTo>
                  <a:lnTo>
                    <a:pt x="0" y="503781"/>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 name="Google Shape;88;p13"/>
            <p:cNvSpPr txBox="1"/>
            <p:nvPr/>
          </p:nvSpPr>
          <p:spPr>
            <a:xfrm>
              <a:off x="0" y="0"/>
              <a:ext cx="4893488" cy="503781"/>
            </a:xfrm>
            <a:prstGeom prst="rect">
              <a:avLst/>
            </a:prstGeom>
            <a:grpFill/>
            <a:ln>
              <a:noFill/>
            </a:ln>
          </p:spPr>
          <p:txBody>
            <a:bodyPr spcFirstLastPara="1" wrap="square" lIns="50800" tIns="50800" rIns="50800" bIns="50800" anchor="ctr" anchorCtr="0">
              <a:noAutofit/>
            </a:bodyPr>
            <a:lstStyle/>
            <a:p>
              <a:pPr marL="0" marR="0" lvl="0" indent="0" algn="ctr" rtl="0">
                <a:lnSpc>
                  <a:spcPct val="159944"/>
                </a:lnSpc>
                <a:spcBef>
                  <a:spcPts val="0"/>
                </a:spcBef>
                <a:spcAft>
                  <a:spcPts val="0"/>
                </a:spcAft>
                <a:buNone/>
              </a:pPr>
              <a:endParaRPr sz="1800">
                <a:solidFill>
                  <a:schemeClr val="dk1"/>
                </a:solidFill>
                <a:latin typeface="Calibri"/>
                <a:ea typeface="Calibri"/>
                <a:cs typeface="Calibri"/>
                <a:sym typeface="Calibri"/>
              </a:endParaRPr>
            </a:p>
          </p:txBody>
        </p:sp>
      </p:grpSp>
      <p:sp>
        <p:nvSpPr>
          <p:cNvPr id="89" name="Google Shape;89;p13"/>
          <p:cNvSpPr txBox="1"/>
          <p:nvPr/>
        </p:nvSpPr>
        <p:spPr>
          <a:xfrm>
            <a:off x="1028700" y="402916"/>
            <a:ext cx="3996127" cy="517065"/>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IN" sz="2400" dirty="0">
                <a:solidFill>
                  <a:srgbClr val="333333"/>
                </a:solidFill>
                <a:latin typeface="Poppins Medium"/>
                <a:ea typeface="Poppins Medium"/>
                <a:cs typeface="Poppins Medium"/>
                <a:sym typeface="Poppins Medium"/>
              </a:rPr>
              <a:t>Feb, 2025</a:t>
            </a:r>
            <a:endParaRPr dirty="0"/>
          </a:p>
        </p:txBody>
      </p:sp>
      <p:sp>
        <p:nvSpPr>
          <p:cNvPr id="90" name="Google Shape;90;p13"/>
          <p:cNvSpPr txBox="1"/>
          <p:nvPr/>
        </p:nvSpPr>
        <p:spPr>
          <a:xfrm>
            <a:off x="1028700" y="1022043"/>
            <a:ext cx="3996127" cy="399148"/>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IN" sz="2400">
                <a:solidFill>
                  <a:srgbClr val="333333"/>
                </a:solidFill>
                <a:latin typeface="Times New Roman"/>
                <a:ea typeface="Times New Roman"/>
                <a:cs typeface="Times New Roman"/>
                <a:sym typeface="Times New Roman"/>
              </a:rPr>
              <a:t>Manipal University Jaipur</a:t>
            </a:r>
            <a:endParaRPr/>
          </a:p>
        </p:txBody>
      </p:sp>
      <p:sp>
        <p:nvSpPr>
          <p:cNvPr id="91" name="Google Shape;91;p13"/>
          <p:cNvSpPr txBox="1"/>
          <p:nvPr/>
        </p:nvSpPr>
        <p:spPr>
          <a:xfrm>
            <a:off x="4190999" y="6032750"/>
            <a:ext cx="9372601" cy="1814728"/>
          </a:xfrm>
          <a:prstGeom prst="rect">
            <a:avLst/>
          </a:prstGeom>
          <a:noFill/>
          <a:ln>
            <a:noFill/>
          </a:ln>
        </p:spPr>
        <p:txBody>
          <a:bodyPr spcFirstLastPara="1" wrap="square" lIns="0" tIns="0" rIns="0" bIns="0" anchor="t" anchorCtr="0">
            <a:spAutoFit/>
          </a:bodyPr>
          <a:lstStyle/>
          <a:p>
            <a:pPr marL="2286000" marR="0" lvl="0" indent="457200" algn="l" rtl="0">
              <a:lnSpc>
                <a:spcPct val="107000"/>
              </a:lnSpc>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spcBef>
                <a:spcPts val="800"/>
              </a:spcBef>
              <a:spcAft>
                <a:spcPts val="0"/>
              </a:spcAft>
              <a:buNone/>
            </a:pPr>
            <a:r>
              <a:rPr lang="en-IN" sz="2300" b="1" dirty="0">
                <a:solidFill>
                  <a:schemeClr val="dk1"/>
                </a:solidFill>
                <a:latin typeface="Times New Roman"/>
                <a:ea typeface="Times New Roman"/>
                <a:cs typeface="Times New Roman"/>
                <a:sym typeface="Times New Roman"/>
              </a:rPr>
              <a:t>Shaurya Saxena</a:t>
            </a:r>
            <a:r>
              <a:rPr lang="en-IN" sz="2300" dirty="0">
                <a:solidFill>
                  <a:schemeClr val="dk1"/>
                </a:solidFill>
                <a:latin typeface="Times New Roman"/>
                <a:ea typeface="Times New Roman"/>
                <a:cs typeface="Times New Roman"/>
                <a:sym typeface="Times New Roman"/>
              </a:rPr>
              <a:t> - IT A (229302033)</a:t>
            </a:r>
            <a:endParaRPr dirty="0"/>
          </a:p>
          <a:p>
            <a:pPr marL="0" marR="0" lvl="0" indent="0" algn="ctr" rtl="0">
              <a:spcBef>
                <a:spcPts val="0"/>
              </a:spcBef>
              <a:spcAft>
                <a:spcPts val="0"/>
              </a:spcAft>
              <a:buNone/>
            </a:pPr>
            <a:r>
              <a:rPr lang="en-IN" sz="2300" b="1" dirty="0">
                <a:solidFill>
                  <a:schemeClr val="dk1"/>
                </a:solidFill>
                <a:latin typeface="Times New Roman"/>
                <a:ea typeface="Times New Roman"/>
                <a:cs typeface="Times New Roman"/>
                <a:sym typeface="Times New Roman"/>
              </a:rPr>
              <a:t>Brindeshwar Sharma - </a:t>
            </a:r>
            <a:r>
              <a:rPr lang="en-IN" sz="2300" dirty="0">
                <a:solidFill>
                  <a:schemeClr val="dk1"/>
                </a:solidFill>
                <a:latin typeface="Times New Roman"/>
                <a:ea typeface="Times New Roman"/>
                <a:cs typeface="Times New Roman"/>
                <a:sym typeface="Times New Roman"/>
              </a:rPr>
              <a:t>IT A (229302035)</a:t>
            </a:r>
            <a:endParaRPr dirty="0"/>
          </a:p>
          <a:p>
            <a:pPr marL="0" marR="0" lvl="0" indent="0" algn="ctr" rtl="0">
              <a:spcBef>
                <a:spcPts val="0"/>
              </a:spcBef>
              <a:spcAft>
                <a:spcPts val="0"/>
              </a:spcAft>
              <a:buNone/>
            </a:pPr>
            <a:r>
              <a:rPr lang="en-IN" sz="2300" dirty="0">
                <a:solidFill>
                  <a:schemeClr val="dk1"/>
                </a:solidFill>
                <a:latin typeface="Times New Roman"/>
                <a:ea typeface="Times New Roman"/>
                <a:cs typeface="Times New Roman"/>
                <a:sym typeface="Times New Roman"/>
              </a:rPr>
              <a:t>Under the Guidance of </a:t>
            </a:r>
            <a:endParaRPr dirty="0"/>
          </a:p>
          <a:p>
            <a:pPr marL="0" marR="0" lvl="0" indent="0" algn="ctr" rtl="0">
              <a:spcBef>
                <a:spcPts val="0"/>
              </a:spcBef>
              <a:spcAft>
                <a:spcPts val="0"/>
              </a:spcAft>
              <a:buNone/>
            </a:pPr>
            <a:r>
              <a:rPr lang="en-IN" sz="2300" b="1" dirty="0">
                <a:solidFill>
                  <a:schemeClr val="dk1"/>
                </a:solidFill>
                <a:latin typeface="Times New Roman"/>
                <a:ea typeface="Times New Roman"/>
                <a:cs typeface="Times New Roman"/>
                <a:sym typeface="Times New Roman"/>
              </a:rPr>
              <a:t>Dr. Bagesh Kumar</a:t>
            </a:r>
            <a:endParaRPr sz="2300" dirty="0">
              <a:solidFill>
                <a:schemeClr val="dk1"/>
              </a:solidFill>
              <a:latin typeface="Times New Roman"/>
              <a:ea typeface="Times New Roman"/>
              <a:cs typeface="Times New Roman"/>
              <a:sym typeface="Times New Roman"/>
            </a:endParaRPr>
          </a:p>
        </p:txBody>
      </p:sp>
      <p:sp>
        <p:nvSpPr>
          <p:cNvPr id="92" name="Google Shape;92;p13"/>
          <p:cNvSpPr txBox="1"/>
          <p:nvPr/>
        </p:nvSpPr>
        <p:spPr>
          <a:xfrm>
            <a:off x="609388" y="8988115"/>
            <a:ext cx="17069223" cy="1477328"/>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IN" sz="3000" dirty="0">
                <a:solidFill>
                  <a:schemeClr val="bg1"/>
                </a:solidFill>
                <a:latin typeface="Times New Roman"/>
                <a:ea typeface="Times New Roman"/>
                <a:cs typeface="Times New Roman"/>
                <a:sym typeface="Times New Roman"/>
              </a:rPr>
              <a:t>END– TERM PRESENTATION</a:t>
            </a:r>
            <a:endParaRPr dirty="0">
              <a:solidFill>
                <a:schemeClr val="bg1"/>
              </a:solidFill>
            </a:endParaRPr>
          </a:p>
          <a:p>
            <a:pPr marL="0" marR="0" lvl="0" indent="0" algn="ctr" rtl="0">
              <a:lnSpc>
                <a:spcPct val="160000"/>
              </a:lnSpc>
              <a:spcBef>
                <a:spcPts val="0"/>
              </a:spcBef>
              <a:spcAft>
                <a:spcPts val="0"/>
              </a:spcAft>
              <a:buNone/>
            </a:pPr>
            <a:r>
              <a:rPr lang="en-IN" sz="3000" dirty="0">
                <a:solidFill>
                  <a:schemeClr val="bg1"/>
                </a:solidFill>
                <a:latin typeface="Times New Roman"/>
                <a:ea typeface="Times New Roman"/>
                <a:cs typeface="Times New Roman"/>
                <a:sym typeface="Times New Roman"/>
              </a:rPr>
              <a:t>2024-2025</a:t>
            </a:r>
            <a:endParaRPr dirty="0">
              <a:solidFill>
                <a:schemeClr val="bg1"/>
              </a:solidFill>
            </a:endParaRPr>
          </a:p>
        </p:txBody>
      </p:sp>
      <p:pic>
        <p:nvPicPr>
          <p:cNvPr id="93" name="Google Shape;93;p13"/>
          <p:cNvPicPr preferRelativeResize="0"/>
          <p:nvPr/>
        </p:nvPicPr>
        <p:blipFill rotWithShape="1">
          <a:blip r:embed="rId3">
            <a:alphaModFix/>
          </a:blip>
          <a:srcRect/>
          <a:stretch/>
        </p:blipFill>
        <p:spPr>
          <a:xfrm>
            <a:off x="6858003" y="168783"/>
            <a:ext cx="10713813" cy="1752503"/>
          </a:xfrm>
          <a:prstGeom prst="rect">
            <a:avLst/>
          </a:prstGeom>
          <a:noFill/>
          <a:ln>
            <a:noFill/>
          </a:ln>
        </p:spPr>
      </p:pic>
      <p:sp>
        <p:nvSpPr>
          <p:cNvPr id="94" name="Google Shape;94;p13"/>
          <p:cNvSpPr txBox="1"/>
          <p:nvPr/>
        </p:nvSpPr>
        <p:spPr>
          <a:xfrm>
            <a:off x="716183" y="3999468"/>
            <a:ext cx="16921590" cy="12618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800" b="1" dirty="0">
                <a:solidFill>
                  <a:schemeClr val="dk1"/>
                </a:solidFill>
                <a:latin typeface="Times New Roman"/>
                <a:ea typeface="Times New Roman"/>
                <a:cs typeface="Times New Roman"/>
                <a:sym typeface="Times New Roman"/>
              </a:rPr>
              <a:t>Leveraging Aspect-Oriented Opinion Analysis to Evaluate Consumer Perceptions in Indian Healthcare Settings (JIO Collaborative Project)</a:t>
            </a:r>
            <a:endParaRPr sz="4200"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98"/>
        <p:cNvGrpSpPr/>
        <p:nvPr/>
      </p:nvGrpSpPr>
      <p:grpSpPr>
        <a:xfrm>
          <a:off x="0" y="0"/>
          <a:ext cx="0" cy="0"/>
          <a:chOff x="0" y="0"/>
          <a:chExt cx="0" cy="0"/>
        </a:xfrm>
      </p:grpSpPr>
      <p:sp>
        <p:nvSpPr>
          <p:cNvPr id="99" name="Google Shape;99;p14"/>
          <p:cNvSpPr/>
          <p:nvPr/>
        </p:nvSpPr>
        <p:spPr>
          <a:xfrm>
            <a:off x="0" y="0"/>
            <a:ext cx="3580965" cy="10287000"/>
          </a:xfrm>
          <a:custGeom>
            <a:avLst/>
            <a:gdLst/>
            <a:ahLst/>
            <a:cxnLst/>
            <a:rect l="l" t="t" r="r" b="b"/>
            <a:pathLst>
              <a:path w="1370105" h="3935885" extrusionOk="0">
                <a:moveTo>
                  <a:pt x="0" y="0"/>
                </a:moveTo>
                <a:lnTo>
                  <a:pt x="1370105" y="0"/>
                </a:lnTo>
                <a:lnTo>
                  <a:pt x="1370105" y="3935885"/>
                </a:lnTo>
                <a:lnTo>
                  <a:pt x="0" y="3935885"/>
                </a:lnTo>
                <a:close/>
              </a:path>
            </a:pathLst>
          </a:custGeom>
          <a:solidFill>
            <a:schemeClr val="tx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00;p14"/>
          <p:cNvSpPr txBox="1"/>
          <p:nvPr/>
        </p:nvSpPr>
        <p:spPr>
          <a:xfrm>
            <a:off x="295161" y="679271"/>
            <a:ext cx="3401751" cy="1625060"/>
          </a:xfrm>
          <a:prstGeom prst="rect">
            <a:avLst/>
          </a:prstGeom>
          <a:noFill/>
          <a:ln>
            <a:noFill/>
          </a:ln>
        </p:spPr>
        <p:txBody>
          <a:bodyPr spcFirstLastPara="1" wrap="square" lIns="0" tIns="0" rIns="0" bIns="0" anchor="t" anchorCtr="0">
            <a:spAutoFit/>
          </a:bodyPr>
          <a:lstStyle/>
          <a:p>
            <a:pPr marL="0" marR="0" lvl="0" indent="0" algn="l" rtl="0">
              <a:lnSpc>
                <a:spcPct val="119996"/>
              </a:lnSpc>
              <a:spcBef>
                <a:spcPts val="0"/>
              </a:spcBef>
              <a:spcAft>
                <a:spcPts val="0"/>
              </a:spcAft>
              <a:buNone/>
            </a:pPr>
            <a:r>
              <a:rPr lang="en-IN" sz="4400" b="1" dirty="0">
                <a:solidFill>
                  <a:srgbClr val="333333"/>
                </a:solidFill>
                <a:latin typeface="Times" panose="02020603050405020304" pitchFamily="18" charset="0"/>
                <a:ea typeface="Times"/>
                <a:cs typeface="Times" panose="02020603050405020304" pitchFamily="18" charset="0"/>
                <a:sym typeface="Times"/>
              </a:rPr>
              <a:t>TABLE OF CONTENTS</a:t>
            </a:r>
            <a:endParaRPr sz="4400" dirty="0">
              <a:latin typeface="Times" panose="02020603050405020304" pitchFamily="18" charset="0"/>
              <a:cs typeface="Times" panose="02020603050405020304" pitchFamily="18" charset="0"/>
            </a:endParaRPr>
          </a:p>
        </p:txBody>
      </p:sp>
      <p:sp>
        <p:nvSpPr>
          <p:cNvPr id="101" name="Google Shape;101;p14"/>
          <p:cNvSpPr txBox="1"/>
          <p:nvPr/>
        </p:nvSpPr>
        <p:spPr>
          <a:xfrm>
            <a:off x="6903201" y="469721"/>
            <a:ext cx="7322748" cy="984885"/>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200" b="1" dirty="0">
                <a:solidFill>
                  <a:schemeClr val="tx2"/>
                </a:solidFill>
                <a:latin typeface="Times"/>
                <a:ea typeface="Times"/>
                <a:cs typeface="Times"/>
                <a:sym typeface="Times"/>
              </a:rPr>
              <a:t>INTRODUCTION</a:t>
            </a:r>
            <a:endParaRPr lang="en-IN" dirty="0">
              <a:solidFill>
                <a:schemeClr val="tx2"/>
              </a:solidFill>
            </a:endParaRPr>
          </a:p>
        </p:txBody>
      </p:sp>
      <p:sp>
        <p:nvSpPr>
          <p:cNvPr id="102" name="Google Shape;102;p14"/>
          <p:cNvSpPr txBox="1"/>
          <p:nvPr/>
        </p:nvSpPr>
        <p:spPr>
          <a:xfrm>
            <a:off x="6862379" y="4358172"/>
            <a:ext cx="7322700" cy="1031051"/>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Clr>
                <a:schemeClr val="dk1"/>
              </a:buClr>
              <a:buFont typeface="Arial"/>
              <a:buNone/>
            </a:pPr>
            <a:r>
              <a:rPr lang="en-IN" sz="3350" b="1" dirty="0">
                <a:solidFill>
                  <a:schemeClr val="tx2"/>
                </a:solidFill>
                <a:latin typeface="Times"/>
                <a:ea typeface="Times"/>
                <a:cs typeface="Times"/>
                <a:sym typeface="Times"/>
              </a:rPr>
              <a:t>PROPOSED METHODOLOGY</a:t>
            </a:r>
            <a:endParaRPr lang="en-IN" dirty="0">
              <a:solidFill>
                <a:schemeClr val="tx2"/>
              </a:solidFill>
            </a:endParaRPr>
          </a:p>
        </p:txBody>
      </p:sp>
      <p:sp>
        <p:nvSpPr>
          <p:cNvPr id="103" name="Google Shape;103;p14"/>
          <p:cNvSpPr txBox="1"/>
          <p:nvPr/>
        </p:nvSpPr>
        <p:spPr>
          <a:xfrm>
            <a:off x="6862379" y="3391176"/>
            <a:ext cx="7617600" cy="1031051"/>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r>
              <a:rPr lang="en-IN" sz="3350" b="1" dirty="0">
                <a:solidFill>
                  <a:schemeClr val="tx2"/>
                </a:solidFill>
                <a:latin typeface="Times"/>
                <a:cs typeface="Times"/>
                <a:sym typeface="Times"/>
              </a:rPr>
              <a:t>LITERATURE REVIEW</a:t>
            </a:r>
          </a:p>
        </p:txBody>
      </p:sp>
      <p:sp>
        <p:nvSpPr>
          <p:cNvPr id="104" name="Google Shape;104;p14"/>
          <p:cNvSpPr txBox="1"/>
          <p:nvPr/>
        </p:nvSpPr>
        <p:spPr>
          <a:xfrm>
            <a:off x="6862379" y="1391811"/>
            <a:ext cx="7322700"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cs typeface="Times"/>
                <a:sym typeface="Times"/>
              </a:rPr>
              <a:t>PROBLEM STATEMENT &amp; AIM</a:t>
            </a:r>
          </a:p>
        </p:txBody>
      </p:sp>
      <p:sp>
        <p:nvSpPr>
          <p:cNvPr id="105" name="Google Shape;105;p14"/>
          <p:cNvSpPr txBox="1"/>
          <p:nvPr/>
        </p:nvSpPr>
        <p:spPr>
          <a:xfrm>
            <a:off x="6903201" y="7660184"/>
            <a:ext cx="8294758"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ea typeface="Times"/>
                <a:cs typeface="Times"/>
                <a:sym typeface="Times"/>
              </a:rPr>
              <a:t>FUTURE SCOPE</a:t>
            </a:r>
            <a:endParaRPr lang="en-IN" dirty="0">
              <a:solidFill>
                <a:schemeClr val="tx2"/>
              </a:solidFill>
            </a:endParaRPr>
          </a:p>
        </p:txBody>
      </p:sp>
      <p:sp>
        <p:nvSpPr>
          <p:cNvPr id="106" name="Google Shape;106;p14"/>
          <p:cNvSpPr txBox="1"/>
          <p:nvPr/>
        </p:nvSpPr>
        <p:spPr>
          <a:xfrm>
            <a:off x="6882790" y="6519723"/>
            <a:ext cx="7322748"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ea typeface="Times"/>
                <a:cs typeface="Times"/>
                <a:sym typeface="Times"/>
              </a:rPr>
              <a:t>CONCLUSION</a:t>
            </a:r>
            <a:endParaRPr lang="en-IN" sz="3399" b="1" dirty="0">
              <a:solidFill>
                <a:schemeClr val="tx2"/>
              </a:solidFill>
              <a:latin typeface="Times"/>
              <a:cs typeface="Times"/>
              <a:sym typeface="Times"/>
            </a:endParaRPr>
          </a:p>
        </p:txBody>
      </p:sp>
      <p:sp>
        <p:nvSpPr>
          <p:cNvPr id="107" name="Google Shape;107;p14"/>
          <p:cNvSpPr txBox="1"/>
          <p:nvPr/>
        </p:nvSpPr>
        <p:spPr>
          <a:xfrm>
            <a:off x="6862379" y="5522138"/>
            <a:ext cx="7363570"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cs typeface="Times"/>
                <a:sym typeface="Times"/>
              </a:rPr>
              <a:t>RESULT</a:t>
            </a:r>
          </a:p>
        </p:txBody>
      </p:sp>
      <p:sp>
        <p:nvSpPr>
          <p:cNvPr id="108" name="Google Shape;108;p14"/>
          <p:cNvSpPr txBox="1"/>
          <p:nvPr/>
        </p:nvSpPr>
        <p:spPr>
          <a:xfrm>
            <a:off x="6903201" y="8657769"/>
            <a:ext cx="7322748"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ea typeface="Times"/>
                <a:cs typeface="Times"/>
                <a:sym typeface="Times"/>
              </a:rPr>
              <a:t>REFERENCES</a:t>
            </a:r>
            <a:endParaRPr lang="en-IN" dirty="0">
              <a:solidFill>
                <a:schemeClr val="tx2"/>
              </a:solidFill>
            </a:endParaRPr>
          </a:p>
        </p:txBody>
      </p:sp>
      <p:sp>
        <p:nvSpPr>
          <p:cNvPr id="109" name="Google Shape;109;p14"/>
          <p:cNvSpPr txBox="1"/>
          <p:nvPr/>
        </p:nvSpPr>
        <p:spPr>
          <a:xfrm>
            <a:off x="6903201" y="2383297"/>
            <a:ext cx="7617600" cy="1046184"/>
          </a:xfrm>
          <a:prstGeom prst="rect">
            <a:avLst/>
          </a:prstGeom>
          <a:noFill/>
          <a:ln>
            <a:noFill/>
          </a:ln>
        </p:spPr>
        <p:txBody>
          <a:bodyPr spcFirstLastPara="1" wrap="square" lIns="0" tIns="0" rIns="0" bIns="0" anchor="t" anchorCtr="0">
            <a:spAutoFit/>
          </a:bodyPr>
          <a:lstStyle/>
          <a:p>
            <a:pPr marL="0" lvl="0" indent="0" algn="l" rtl="0">
              <a:lnSpc>
                <a:spcPct val="200029"/>
              </a:lnSpc>
              <a:spcBef>
                <a:spcPts val="0"/>
              </a:spcBef>
              <a:spcAft>
                <a:spcPts val="0"/>
              </a:spcAft>
              <a:buClr>
                <a:schemeClr val="dk1"/>
              </a:buClr>
              <a:buFont typeface="Arial"/>
              <a:buNone/>
            </a:pPr>
            <a:r>
              <a:rPr lang="en-IN" sz="3399" b="1" dirty="0">
                <a:solidFill>
                  <a:schemeClr val="tx2"/>
                </a:solidFill>
                <a:latin typeface="Times"/>
                <a:cs typeface="Times"/>
                <a:sym typeface="Times"/>
              </a:rPr>
              <a:t>DATASET USED</a:t>
            </a:r>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13"/>
        <p:cNvGrpSpPr/>
        <p:nvPr/>
      </p:nvGrpSpPr>
      <p:grpSpPr>
        <a:xfrm>
          <a:off x="0" y="0"/>
          <a:ext cx="0" cy="0"/>
          <a:chOff x="0" y="0"/>
          <a:chExt cx="0" cy="0"/>
        </a:xfrm>
      </p:grpSpPr>
      <p:sp useBgFill="1">
        <p:nvSpPr>
          <p:cNvPr id="133" name="Rectangle 132">
            <a:extLst>
              <a:ext uri="{FF2B5EF4-FFF2-40B4-BE49-F238E27FC236}">
                <a16:creationId xmlns:a16="http://schemas.microsoft.com/office/drawing/2014/main" id="{39F23E05-E5C5-497C-A842-7BD21B207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Google Shape;116;p15"/>
          <p:cNvSpPr txBox="1"/>
          <p:nvPr/>
        </p:nvSpPr>
        <p:spPr>
          <a:xfrm>
            <a:off x="1093076" y="547689"/>
            <a:ext cx="15937624" cy="1959660"/>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800" b="1" kern="1200" dirty="0">
                <a:solidFill>
                  <a:schemeClr val="tx1"/>
                </a:solidFill>
                <a:latin typeface="Times" panose="02020603050405020304" pitchFamily="18" charset="0"/>
                <a:ea typeface="+mj-ea"/>
                <a:cs typeface="Times" panose="02020603050405020304" pitchFamily="18" charset="0"/>
                <a:sym typeface="Times"/>
              </a:rPr>
              <a:t>INTRODUCTION</a:t>
            </a:r>
            <a:endParaRPr lang="en-US" sz="4800" kern="1200" dirty="0">
              <a:solidFill>
                <a:schemeClr val="tx1"/>
              </a:solidFill>
              <a:latin typeface="Times" panose="02020603050405020304" pitchFamily="18" charset="0"/>
              <a:ea typeface="+mj-ea"/>
              <a:cs typeface="Times" panose="02020603050405020304" pitchFamily="18" charset="0"/>
            </a:endParaRPr>
          </a:p>
          <a:p>
            <a:pPr marL="0" marR="0" lvl="0" indent="0">
              <a:lnSpc>
                <a:spcPct val="90000"/>
              </a:lnSpc>
              <a:spcBef>
                <a:spcPct val="0"/>
              </a:spcBef>
              <a:spcAft>
                <a:spcPts val="600"/>
              </a:spcAft>
            </a:pPr>
            <a:endParaRPr lang="en-US" sz="6000" b="1" kern="1200" dirty="0">
              <a:solidFill>
                <a:schemeClr val="tx1"/>
              </a:solidFill>
              <a:latin typeface="+mj-lt"/>
              <a:ea typeface="+mj-ea"/>
              <a:cs typeface="+mj-cs"/>
              <a:sym typeface="Times"/>
            </a:endParaRPr>
          </a:p>
        </p:txBody>
      </p:sp>
      <p:sp>
        <p:nvSpPr>
          <p:cNvPr id="115" name="Google Shape;115;p15"/>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a:solidFill>
                  <a:srgbClr val="333333"/>
                </a:solidFill>
                <a:latin typeface="Poppins Medium"/>
                <a:ea typeface="Poppins Medium"/>
                <a:cs typeface="Poppins Medium"/>
                <a:sym typeface="Poppins Medium"/>
              </a:rPr>
              <a:t>1</a:t>
            </a:r>
            <a:endParaRPr lang="en-US"/>
          </a:p>
        </p:txBody>
      </p:sp>
      <p:graphicFrame>
        <p:nvGraphicFramePr>
          <p:cNvPr id="121" name="Google Shape;117;p15">
            <a:extLst>
              <a:ext uri="{FF2B5EF4-FFF2-40B4-BE49-F238E27FC236}">
                <a16:creationId xmlns:a16="http://schemas.microsoft.com/office/drawing/2014/main" id="{E914A761-C11A-F0C9-4DE8-662B3F964CF2}"/>
              </a:ext>
            </a:extLst>
          </p:cNvPr>
          <p:cNvGraphicFramePr/>
          <p:nvPr>
            <p:extLst>
              <p:ext uri="{D42A27DB-BD31-4B8C-83A1-F6EECF244321}">
                <p14:modId xmlns:p14="http://schemas.microsoft.com/office/powerpoint/2010/main" val="1223673669"/>
              </p:ext>
            </p:extLst>
          </p:nvPr>
        </p:nvGraphicFramePr>
        <p:xfrm>
          <a:off x="1257300" y="2385848"/>
          <a:ext cx="15864052" cy="6804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687523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21"/>
        <p:cNvGrpSpPr/>
        <p:nvPr/>
      </p:nvGrpSpPr>
      <p:grpSpPr>
        <a:xfrm>
          <a:off x="0" y="0"/>
          <a:ext cx="0" cy="0"/>
          <a:chOff x="0" y="0"/>
          <a:chExt cx="0" cy="0"/>
        </a:xfrm>
      </p:grpSpPr>
      <p:pic>
        <p:nvPicPr>
          <p:cNvPr id="144" name="Picture 143" descr="Close-up of folded paper&#10;&#10;AI-generated content may be incorrect.">
            <a:extLst>
              <a:ext uri="{FF2B5EF4-FFF2-40B4-BE49-F238E27FC236}">
                <a16:creationId xmlns:a16="http://schemas.microsoft.com/office/drawing/2014/main" id="{8810247D-8781-FDF5-CADF-13C3858EC623}"/>
              </a:ext>
            </a:extLst>
          </p:cNvPr>
          <p:cNvPicPr>
            <a:picLocks noChangeAspect="1"/>
          </p:cNvPicPr>
          <p:nvPr/>
        </p:nvPicPr>
        <p:blipFill>
          <a:blip r:embed="rId3">
            <a:duotone>
              <a:prstClr val="black"/>
              <a:schemeClr val="tx2">
                <a:tint val="45000"/>
                <a:satMod val="400000"/>
              </a:schemeClr>
            </a:duotone>
            <a:alphaModFix amt="25000"/>
          </a:blip>
          <a:srcRect t="1150" b="14580"/>
          <a:stretch/>
        </p:blipFill>
        <p:spPr>
          <a:xfrm>
            <a:off x="-20322" y="10"/>
            <a:ext cx="18287980" cy="10286990"/>
          </a:xfrm>
          <a:prstGeom prst="rect">
            <a:avLst/>
          </a:prstGeom>
        </p:spPr>
      </p:pic>
      <p:sp>
        <p:nvSpPr>
          <p:cNvPr id="124" name="Google Shape;124;p16"/>
          <p:cNvSpPr txBox="1"/>
          <p:nvPr/>
        </p:nvSpPr>
        <p:spPr>
          <a:xfrm>
            <a:off x="1114097" y="547687"/>
            <a:ext cx="15916603"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800" b="1" kern="1200" dirty="0">
                <a:solidFill>
                  <a:schemeClr val="tx1"/>
                </a:solidFill>
                <a:latin typeface="Times" panose="02020603050405020304" pitchFamily="18" charset="0"/>
                <a:ea typeface="+mj-ea"/>
                <a:cs typeface="Times" panose="02020603050405020304" pitchFamily="18" charset="0"/>
                <a:sym typeface="Times"/>
              </a:rPr>
              <a:t>PROBLEM STATEMENT </a:t>
            </a:r>
            <a:endParaRPr lang="en-US" sz="4800" kern="1200" dirty="0">
              <a:solidFill>
                <a:schemeClr val="tx1"/>
              </a:solidFill>
              <a:latin typeface="Times" panose="02020603050405020304" pitchFamily="18" charset="0"/>
              <a:ea typeface="+mj-ea"/>
              <a:cs typeface="Times" panose="02020603050405020304" pitchFamily="18" charset="0"/>
            </a:endParaRPr>
          </a:p>
        </p:txBody>
      </p:sp>
      <p:sp>
        <p:nvSpPr>
          <p:cNvPr id="123" name="Google Shape;123;p16"/>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a:solidFill>
                  <a:srgbClr val="333333"/>
                </a:solidFill>
                <a:latin typeface="Poppins Medium"/>
                <a:ea typeface="Poppins Medium"/>
                <a:cs typeface="Poppins Medium"/>
                <a:sym typeface="Poppins Medium"/>
              </a:rPr>
              <a:t>2</a:t>
            </a:r>
            <a:endParaRPr lang="en-IN"/>
          </a:p>
        </p:txBody>
      </p:sp>
      <p:graphicFrame>
        <p:nvGraphicFramePr>
          <p:cNvPr id="127" name="Google Shape;125;p16">
            <a:extLst>
              <a:ext uri="{FF2B5EF4-FFF2-40B4-BE49-F238E27FC236}">
                <a16:creationId xmlns:a16="http://schemas.microsoft.com/office/drawing/2014/main" id="{B1134280-76F9-AE65-BFA3-13B7BBA7AB4A}"/>
              </a:ext>
            </a:extLst>
          </p:cNvPr>
          <p:cNvGraphicFramePr/>
          <p:nvPr>
            <p:extLst>
              <p:ext uri="{D42A27DB-BD31-4B8C-83A1-F6EECF244321}">
                <p14:modId xmlns:p14="http://schemas.microsoft.com/office/powerpoint/2010/main" val="3897676200"/>
              </p:ext>
            </p:extLst>
          </p:nvPr>
        </p:nvGraphicFramePr>
        <p:xfrm>
          <a:off x="1257300" y="2738437"/>
          <a:ext cx="15773400" cy="65270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5"/>
        <p:cNvGrpSpPr/>
        <p:nvPr/>
      </p:nvGrpSpPr>
      <p:grpSpPr>
        <a:xfrm>
          <a:off x="0" y="0"/>
          <a:ext cx="0" cy="0"/>
          <a:chOff x="0" y="0"/>
          <a:chExt cx="0" cy="0"/>
        </a:xfrm>
      </p:grpSpPr>
      <p:pic>
        <p:nvPicPr>
          <p:cNvPr id="152" name="Picture 151" descr="Close-up of a leaf&#10;&#10;AI-generated content may be incorrect.">
            <a:extLst>
              <a:ext uri="{FF2B5EF4-FFF2-40B4-BE49-F238E27FC236}">
                <a16:creationId xmlns:a16="http://schemas.microsoft.com/office/drawing/2014/main" id="{225C8602-D1B7-B08C-84ED-BD2021210A81}"/>
              </a:ext>
            </a:extLst>
          </p:cNvPr>
          <p:cNvPicPr>
            <a:picLocks noChangeAspect="1"/>
          </p:cNvPicPr>
          <p:nvPr/>
        </p:nvPicPr>
        <p:blipFill>
          <a:blip r:embed="rId3">
            <a:duotone>
              <a:schemeClr val="bg2">
                <a:shade val="45000"/>
                <a:satMod val="135000"/>
              </a:schemeClr>
              <a:prstClr val="white"/>
            </a:duotone>
          </a:blip>
          <a:srcRect t="7680" b="8050"/>
          <a:stretch/>
        </p:blipFill>
        <p:spPr>
          <a:xfrm>
            <a:off x="1376" y="10520"/>
            <a:ext cx="18287980" cy="10286990"/>
          </a:xfrm>
          <a:prstGeom prst="rect">
            <a:avLst/>
          </a:prstGeom>
        </p:spPr>
      </p:pic>
      <p:sp>
        <p:nvSpPr>
          <p:cNvPr id="156" name="Rectangle 155">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7B1A213-BB74-4D62-326D-5660702511ED}"/>
              </a:ext>
            </a:extLst>
          </p:cNvPr>
          <p:cNvSpPr txBox="1"/>
          <p:nvPr/>
        </p:nvSpPr>
        <p:spPr>
          <a:xfrm>
            <a:off x="1734207" y="547687"/>
            <a:ext cx="15296492" cy="198834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800" kern="1200" dirty="0">
                <a:solidFill>
                  <a:schemeClr val="bg1"/>
                </a:solidFill>
                <a:latin typeface="Times" panose="02020603050405020304" pitchFamily="18" charset="0"/>
                <a:ea typeface="+mj-ea"/>
                <a:cs typeface="Times" panose="02020603050405020304" pitchFamily="18" charset="0"/>
              </a:rPr>
              <a:t>AIM</a:t>
            </a:r>
          </a:p>
        </p:txBody>
      </p:sp>
      <p:sp>
        <p:nvSpPr>
          <p:cNvPr id="147" name="Google Shape;147;p19"/>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a:solidFill>
                  <a:srgbClr val="333333"/>
                </a:solidFill>
                <a:latin typeface="Poppins Medium"/>
                <a:ea typeface="Poppins Medium"/>
                <a:cs typeface="Poppins Medium"/>
                <a:sym typeface="Poppins Medium"/>
              </a:rPr>
              <a:t>4</a:t>
            </a:r>
            <a:endParaRPr lang="en-US"/>
          </a:p>
        </p:txBody>
      </p:sp>
      <p:graphicFrame>
        <p:nvGraphicFramePr>
          <p:cNvPr id="150" name="Google Shape;148;p19">
            <a:extLst>
              <a:ext uri="{FF2B5EF4-FFF2-40B4-BE49-F238E27FC236}">
                <a16:creationId xmlns:a16="http://schemas.microsoft.com/office/drawing/2014/main" id="{0E1F0BC6-AD2B-2341-B0C0-C7E6247F3A56}"/>
              </a:ext>
            </a:extLst>
          </p:cNvPr>
          <p:cNvGraphicFramePr/>
          <p:nvPr>
            <p:extLst>
              <p:ext uri="{D42A27DB-BD31-4B8C-83A1-F6EECF244321}">
                <p14:modId xmlns:p14="http://schemas.microsoft.com/office/powerpoint/2010/main" val="1854604857"/>
              </p:ext>
            </p:extLst>
          </p:nvPr>
        </p:nvGraphicFramePr>
        <p:xfrm>
          <a:off x="1839311" y="2732691"/>
          <a:ext cx="14504276" cy="59383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29"/>
        <p:cNvGrpSpPr/>
        <p:nvPr/>
      </p:nvGrpSpPr>
      <p:grpSpPr>
        <a:xfrm>
          <a:off x="0" y="0"/>
          <a:ext cx="0" cy="0"/>
          <a:chOff x="0" y="0"/>
          <a:chExt cx="0" cy="0"/>
        </a:xfrm>
      </p:grpSpPr>
      <p:sp useBgFill="1">
        <p:nvSpPr>
          <p:cNvPr id="147" name="Rectangle 146">
            <a:extLst>
              <a:ext uri="{FF2B5EF4-FFF2-40B4-BE49-F238E27FC236}">
                <a16:creationId xmlns:a16="http://schemas.microsoft.com/office/drawing/2014/main" id="{F5897CCA-486C-491C-B4C1-5E5C95A82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Google Shape;132;p17"/>
          <p:cNvSpPr txBox="1"/>
          <p:nvPr/>
        </p:nvSpPr>
        <p:spPr>
          <a:xfrm>
            <a:off x="1740310" y="1"/>
            <a:ext cx="9042582" cy="2984938"/>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b="1" kern="1200" dirty="0">
                <a:solidFill>
                  <a:schemeClr val="tx1"/>
                </a:solidFill>
                <a:latin typeface="Times" panose="02020603050405020304" pitchFamily="18" charset="0"/>
                <a:ea typeface="+mj-ea"/>
                <a:cs typeface="Times" panose="02020603050405020304" pitchFamily="18" charset="0"/>
                <a:sym typeface="Times"/>
              </a:rPr>
              <a:t>DATASET USED </a:t>
            </a:r>
            <a:endParaRPr lang="en-US" sz="4400" kern="1200" dirty="0">
              <a:solidFill>
                <a:schemeClr val="tx1"/>
              </a:solidFill>
              <a:latin typeface="Times" panose="02020603050405020304" pitchFamily="18" charset="0"/>
              <a:ea typeface="+mj-ea"/>
              <a:cs typeface="Times" panose="02020603050405020304" pitchFamily="18" charset="0"/>
            </a:endParaRPr>
          </a:p>
        </p:txBody>
      </p:sp>
      <p:sp>
        <p:nvSpPr>
          <p:cNvPr id="131" name="Google Shape;131;p17"/>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a:solidFill>
                  <a:srgbClr val="333333"/>
                </a:solidFill>
                <a:latin typeface="Poppins Medium"/>
                <a:ea typeface="Poppins Medium"/>
                <a:cs typeface="Poppins Medium"/>
                <a:sym typeface="Poppins Medium"/>
              </a:rPr>
              <a:t>3</a:t>
            </a:r>
            <a:endParaRPr lang="en-US"/>
          </a:p>
        </p:txBody>
      </p:sp>
      <p:graphicFrame>
        <p:nvGraphicFramePr>
          <p:cNvPr id="135" name="Google Shape;133;p17">
            <a:extLst>
              <a:ext uri="{FF2B5EF4-FFF2-40B4-BE49-F238E27FC236}">
                <a16:creationId xmlns:a16="http://schemas.microsoft.com/office/drawing/2014/main" id="{43A38939-491D-D9F5-99CC-7E5037BD03AE}"/>
              </a:ext>
            </a:extLst>
          </p:cNvPr>
          <p:cNvGraphicFramePr/>
          <p:nvPr>
            <p:extLst>
              <p:ext uri="{D42A27DB-BD31-4B8C-83A1-F6EECF244321}">
                <p14:modId xmlns:p14="http://schemas.microsoft.com/office/powerpoint/2010/main" val="2564685168"/>
              </p:ext>
            </p:extLst>
          </p:nvPr>
        </p:nvGraphicFramePr>
        <p:xfrm>
          <a:off x="393290" y="2984939"/>
          <a:ext cx="16906737" cy="566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45">
          <a:extLst>
            <a:ext uri="{FF2B5EF4-FFF2-40B4-BE49-F238E27FC236}">
              <a16:creationId xmlns:a16="http://schemas.microsoft.com/office/drawing/2014/main" id="{8A963035-8E97-0C84-B4D4-02F5A735162E}"/>
            </a:ext>
          </a:extLst>
        </p:cNvPr>
        <p:cNvGrpSpPr/>
        <p:nvPr/>
      </p:nvGrpSpPr>
      <p:grpSpPr>
        <a:xfrm>
          <a:off x="0" y="0"/>
          <a:ext cx="0" cy="0"/>
          <a:chOff x="0" y="0"/>
          <a:chExt cx="0" cy="0"/>
        </a:xfrm>
      </p:grpSpPr>
      <p:sp>
        <p:nvSpPr>
          <p:cNvPr id="147" name="Google Shape;147;p19">
            <a:extLst>
              <a:ext uri="{FF2B5EF4-FFF2-40B4-BE49-F238E27FC236}">
                <a16:creationId xmlns:a16="http://schemas.microsoft.com/office/drawing/2014/main" id="{E5EAFDE1-9DD1-E5A9-C6BE-418037D2C77C}"/>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6</a:t>
            </a:r>
            <a:endParaRPr dirty="0"/>
          </a:p>
        </p:txBody>
      </p:sp>
      <p:sp>
        <p:nvSpPr>
          <p:cNvPr id="148" name="Google Shape;148;p19">
            <a:extLst>
              <a:ext uri="{FF2B5EF4-FFF2-40B4-BE49-F238E27FC236}">
                <a16:creationId xmlns:a16="http://schemas.microsoft.com/office/drawing/2014/main" id="{1ABA01DD-CD19-EDC1-C92B-B45A1AC8824F}"/>
              </a:ext>
            </a:extLst>
          </p:cNvPr>
          <p:cNvSpPr txBox="1"/>
          <p:nvPr/>
        </p:nvSpPr>
        <p:spPr>
          <a:xfrm>
            <a:off x="1028699" y="448945"/>
            <a:ext cx="10791123" cy="1231106"/>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000" b="1" dirty="0">
                <a:solidFill>
                  <a:schemeClr val="tx2"/>
                </a:solidFill>
                <a:latin typeface="Times"/>
                <a:ea typeface="Times"/>
                <a:cs typeface="Times"/>
                <a:sym typeface="Times"/>
              </a:rPr>
              <a:t>DATASET SAMPLE</a:t>
            </a:r>
            <a:endParaRPr sz="4000" dirty="0">
              <a:solidFill>
                <a:schemeClr val="tx2"/>
              </a:solidFill>
            </a:endParaRPr>
          </a:p>
        </p:txBody>
      </p:sp>
      <p:sp>
        <p:nvSpPr>
          <p:cNvPr id="2" name="TextBox 1">
            <a:extLst>
              <a:ext uri="{FF2B5EF4-FFF2-40B4-BE49-F238E27FC236}">
                <a16:creationId xmlns:a16="http://schemas.microsoft.com/office/drawing/2014/main" id="{08B93724-3419-71B0-FD3F-18E890A788B2}"/>
              </a:ext>
            </a:extLst>
          </p:cNvPr>
          <p:cNvSpPr txBox="1"/>
          <p:nvPr/>
        </p:nvSpPr>
        <p:spPr>
          <a:xfrm>
            <a:off x="8124517" y="8949809"/>
            <a:ext cx="180299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800" dirty="0">
                <a:solidFill>
                  <a:schemeClr val="accent1">
                    <a:lumMod val="75000"/>
                  </a:schemeClr>
                </a:solidFill>
              </a:rPr>
              <a:t>SOURCE- </a:t>
            </a:r>
            <a:r>
              <a:rPr lang="en-US" sz="1800" i="1" dirty="0">
                <a:solidFill>
                  <a:schemeClr val="accent1">
                    <a:lumMod val="75000"/>
                  </a:schemeClr>
                </a:solidFill>
              </a:rPr>
              <a:t>[11]</a:t>
            </a:r>
          </a:p>
        </p:txBody>
      </p:sp>
      <p:pic>
        <p:nvPicPr>
          <p:cNvPr id="5" name="Picture 4">
            <a:extLst>
              <a:ext uri="{FF2B5EF4-FFF2-40B4-BE49-F238E27FC236}">
                <a16:creationId xmlns:a16="http://schemas.microsoft.com/office/drawing/2014/main" id="{E5633632-4BA0-53D5-7CC5-963080564F17}"/>
              </a:ext>
            </a:extLst>
          </p:cNvPr>
          <p:cNvPicPr>
            <a:picLocks noChangeAspect="1"/>
          </p:cNvPicPr>
          <p:nvPr/>
        </p:nvPicPr>
        <p:blipFill>
          <a:blip r:embed="rId3"/>
          <a:stretch>
            <a:fillRect/>
          </a:stretch>
        </p:blipFill>
        <p:spPr>
          <a:xfrm>
            <a:off x="142710" y="1817782"/>
            <a:ext cx="17766604" cy="6854270"/>
          </a:xfrm>
          <a:prstGeom prst="rect">
            <a:avLst/>
          </a:prstGeom>
        </p:spPr>
      </p:pic>
    </p:spTree>
    <p:extLst>
      <p:ext uri="{BB962C8B-B14F-4D97-AF65-F5344CB8AC3E}">
        <p14:creationId xmlns:p14="http://schemas.microsoft.com/office/powerpoint/2010/main" val="64380530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7"/>
        <p:cNvGrpSpPr/>
        <p:nvPr/>
      </p:nvGrpSpPr>
      <p:grpSpPr>
        <a:xfrm>
          <a:off x="0" y="0"/>
          <a:ext cx="0" cy="0"/>
          <a:chOff x="0" y="0"/>
          <a:chExt cx="0" cy="0"/>
        </a:xfrm>
      </p:grpSpPr>
      <p:pic>
        <p:nvPicPr>
          <p:cNvPr id="152" name="Picture 151">
            <a:extLst>
              <a:ext uri="{FF2B5EF4-FFF2-40B4-BE49-F238E27FC236}">
                <a16:creationId xmlns:a16="http://schemas.microsoft.com/office/drawing/2014/main" id="{F1E14E45-3379-C32A-AABB-B8E87B8D610B}"/>
              </a:ext>
            </a:extLst>
          </p:cNvPr>
          <p:cNvPicPr>
            <a:picLocks noChangeAspect="1"/>
          </p:cNvPicPr>
          <p:nvPr/>
        </p:nvPicPr>
        <p:blipFill>
          <a:blip r:embed="rId3">
            <a:duotone>
              <a:schemeClr val="bg2">
                <a:shade val="45000"/>
                <a:satMod val="135000"/>
              </a:schemeClr>
              <a:prstClr val="white"/>
            </a:duotone>
          </a:blip>
          <a:srcRect t="16045"/>
          <a:stretch/>
        </p:blipFill>
        <p:spPr>
          <a:xfrm>
            <a:off x="41382" y="94600"/>
            <a:ext cx="18287980" cy="10286990"/>
          </a:xfrm>
          <a:prstGeom prst="rect">
            <a:avLst/>
          </a:prstGeom>
        </p:spPr>
      </p:pic>
      <p:sp>
        <p:nvSpPr>
          <p:cNvPr id="156" name="Rectangle 155">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Google Shape;140;p18"/>
          <p:cNvSpPr txBox="1"/>
          <p:nvPr/>
        </p:nvSpPr>
        <p:spPr>
          <a:xfrm>
            <a:off x="2343808" y="547687"/>
            <a:ext cx="14686892"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b="1" kern="1200" dirty="0">
                <a:solidFill>
                  <a:schemeClr val="bg1"/>
                </a:solidFill>
                <a:latin typeface="Times" panose="02020603050405020304" pitchFamily="18" charset="0"/>
                <a:ea typeface="+mj-ea"/>
                <a:cs typeface="Times" panose="02020603050405020304" pitchFamily="18" charset="0"/>
                <a:sym typeface="Times"/>
              </a:rPr>
              <a:t>DATA PREPROCESSING &amp; CLEANING</a:t>
            </a:r>
            <a:endParaRPr lang="en-US" sz="4400" kern="1200" dirty="0">
              <a:solidFill>
                <a:schemeClr val="bg1"/>
              </a:solidFill>
              <a:latin typeface="Times" panose="02020603050405020304" pitchFamily="18" charset="0"/>
              <a:ea typeface="+mj-ea"/>
              <a:cs typeface="Times" panose="02020603050405020304" pitchFamily="18" charset="0"/>
            </a:endParaRPr>
          </a:p>
          <a:p>
            <a:pPr marL="0" marR="0" lvl="0" indent="0">
              <a:lnSpc>
                <a:spcPct val="90000"/>
              </a:lnSpc>
              <a:spcBef>
                <a:spcPct val="0"/>
              </a:spcBef>
              <a:spcAft>
                <a:spcPts val="600"/>
              </a:spcAft>
            </a:pPr>
            <a:endParaRPr lang="en-US" sz="4400" b="1" kern="1200" dirty="0">
              <a:solidFill>
                <a:schemeClr val="tx1"/>
              </a:solidFill>
              <a:latin typeface="+mj-lt"/>
              <a:ea typeface="+mj-ea"/>
              <a:cs typeface="+mj-cs"/>
              <a:sym typeface="Times"/>
            </a:endParaRPr>
          </a:p>
        </p:txBody>
      </p:sp>
      <p:sp>
        <p:nvSpPr>
          <p:cNvPr id="139" name="Google Shape;139;p18"/>
          <p:cNvSpPr txBox="1"/>
          <p:nvPr/>
        </p:nvSpPr>
        <p:spPr>
          <a:xfrm>
            <a:off x="16918147" y="9134475"/>
            <a:ext cx="682307" cy="1631216"/>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dirty="0">
                <a:solidFill>
                  <a:srgbClr val="333333"/>
                </a:solidFill>
                <a:latin typeface="Poppins Medium"/>
                <a:cs typeface="Poppins Medium"/>
                <a:sym typeface="Poppins Medium"/>
              </a:rPr>
              <a:t>7</a:t>
            </a:r>
            <a:endParaRPr lang="en-IN" dirty="0"/>
          </a:p>
          <a:p>
            <a:pPr marL="0" marR="0" lvl="0" indent="0" algn="r" rtl="0">
              <a:lnSpc>
                <a:spcPct val="160000"/>
              </a:lnSpc>
              <a:spcBef>
                <a:spcPts val="0"/>
              </a:spcBef>
              <a:spcAft>
                <a:spcPts val="600"/>
              </a:spcAft>
              <a:buNone/>
            </a:pPr>
            <a:endParaRPr lang="en-IN" sz="3000" dirty="0">
              <a:solidFill>
                <a:srgbClr val="333333"/>
              </a:solidFill>
              <a:latin typeface="Poppins Medium"/>
              <a:ea typeface="Poppins Medium"/>
              <a:cs typeface="Poppins Medium"/>
              <a:sym typeface="Poppins Medium"/>
            </a:endParaRPr>
          </a:p>
        </p:txBody>
      </p:sp>
      <p:graphicFrame>
        <p:nvGraphicFramePr>
          <p:cNvPr id="143" name="Google Shape;141;p18">
            <a:extLst>
              <a:ext uri="{FF2B5EF4-FFF2-40B4-BE49-F238E27FC236}">
                <a16:creationId xmlns:a16="http://schemas.microsoft.com/office/drawing/2014/main" id="{14200062-DBC0-A392-23A6-539C52E671A3}"/>
              </a:ext>
            </a:extLst>
          </p:cNvPr>
          <p:cNvGraphicFramePr/>
          <p:nvPr>
            <p:extLst>
              <p:ext uri="{D42A27DB-BD31-4B8C-83A1-F6EECF244321}">
                <p14:modId xmlns:p14="http://schemas.microsoft.com/office/powerpoint/2010/main" val="1578430127"/>
              </p:ext>
            </p:extLst>
          </p:nvPr>
        </p:nvGraphicFramePr>
        <p:xfrm>
          <a:off x="1019502" y="3121572"/>
          <a:ext cx="15439697" cy="50803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60"/>
        <p:cNvGrpSpPr/>
        <p:nvPr/>
      </p:nvGrpSpPr>
      <p:grpSpPr>
        <a:xfrm>
          <a:off x="0" y="0"/>
          <a:ext cx="0" cy="0"/>
          <a:chOff x="0" y="0"/>
          <a:chExt cx="0" cy="0"/>
        </a:xfrm>
      </p:grpSpPr>
      <p:sp>
        <p:nvSpPr>
          <p:cNvPr id="162" name="Google Shape;162;p21"/>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9</a:t>
            </a:r>
            <a:endParaRPr dirty="0"/>
          </a:p>
        </p:txBody>
      </p:sp>
      <p:sp>
        <p:nvSpPr>
          <p:cNvPr id="163" name="Google Shape;163;p21"/>
          <p:cNvSpPr txBox="1"/>
          <p:nvPr/>
        </p:nvSpPr>
        <p:spPr>
          <a:xfrm>
            <a:off x="1534510" y="450526"/>
            <a:ext cx="6938858" cy="1354217"/>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400" b="1" dirty="0">
                <a:solidFill>
                  <a:schemeClr val="tx2"/>
                </a:solidFill>
                <a:latin typeface="Times"/>
                <a:ea typeface="Times"/>
                <a:cs typeface="Times"/>
                <a:sym typeface="Times"/>
              </a:rPr>
              <a:t>LITERATURE REVIEW </a:t>
            </a:r>
            <a:endParaRPr sz="4400" dirty="0">
              <a:solidFill>
                <a:schemeClr val="tx2"/>
              </a:solidFill>
            </a:endParaRPr>
          </a:p>
        </p:txBody>
      </p:sp>
      <p:graphicFrame>
        <p:nvGraphicFramePr>
          <p:cNvPr id="166" name="Google Shape;164;p21">
            <a:extLst>
              <a:ext uri="{FF2B5EF4-FFF2-40B4-BE49-F238E27FC236}">
                <a16:creationId xmlns:a16="http://schemas.microsoft.com/office/drawing/2014/main" id="{4DC7C27E-B44D-EE25-3DC2-8B96D8AFA865}"/>
              </a:ext>
            </a:extLst>
          </p:cNvPr>
          <p:cNvGraphicFramePr/>
          <p:nvPr>
            <p:extLst>
              <p:ext uri="{D42A27DB-BD31-4B8C-83A1-F6EECF244321}">
                <p14:modId xmlns:p14="http://schemas.microsoft.com/office/powerpoint/2010/main" val="1650307011"/>
              </p:ext>
            </p:extLst>
          </p:nvPr>
        </p:nvGraphicFramePr>
        <p:xfrm>
          <a:off x="1028700" y="2396359"/>
          <a:ext cx="16328760" cy="7109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68"/>
        <p:cNvGrpSpPr/>
        <p:nvPr/>
      </p:nvGrpSpPr>
      <p:grpSpPr>
        <a:xfrm>
          <a:off x="0" y="0"/>
          <a:ext cx="0" cy="0"/>
          <a:chOff x="0" y="0"/>
          <a:chExt cx="0" cy="0"/>
        </a:xfrm>
      </p:grpSpPr>
      <p:sp>
        <p:nvSpPr>
          <p:cNvPr id="170" name="Google Shape;170;p22"/>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10</a:t>
            </a:r>
            <a:endParaRPr dirty="0"/>
          </a:p>
        </p:txBody>
      </p:sp>
      <p:sp>
        <p:nvSpPr>
          <p:cNvPr id="3" name="TextBox 2">
            <a:extLst>
              <a:ext uri="{FF2B5EF4-FFF2-40B4-BE49-F238E27FC236}">
                <a16:creationId xmlns:a16="http://schemas.microsoft.com/office/drawing/2014/main" id="{B2B74E26-4A49-3AE5-7CDC-DFAF23D25D6E}"/>
              </a:ext>
            </a:extLst>
          </p:cNvPr>
          <p:cNvSpPr txBox="1"/>
          <p:nvPr/>
        </p:nvSpPr>
        <p:spPr>
          <a:xfrm>
            <a:off x="1261240" y="450526"/>
            <a:ext cx="8650013" cy="1239506"/>
          </a:xfrm>
          <a:prstGeom prst="rect">
            <a:avLst/>
          </a:prstGeom>
          <a:noFill/>
        </p:spPr>
        <p:txBody>
          <a:bodyPr wrap="square">
            <a:spAutoFit/>
          </a:bodyPr>
          <a:lstStyle/>
          <a:p>
            <a:pPr marL="0" marR="0" lvl="0" indent="0" algn="l" rtl="0">
              <a:lnSpc>
                <a:spcPct val="200029"/>
              </a:lnSpc>
              <a:spcBef>
                <a:spcPts val="0"/>
              </a:spcBef>
              <a:spcAft>
                <a:spcPts val="0"/>
              </a:spcAft>
              <a:buNone/>
            </a:pPr>
            <a:r>
              <a:rPr lang="en-IN" sz="4400" b="1" dirty="0">
                <a:solidFill>
                  <a:schemeClr val="tx2"/>
                </a:solidFill>
                <a:latin typeface="Times"/>
                <a:ea typeface="Times"/>
                <a:cs typeface="Times"/>
                <a:sym typeface="Times"/>
              </a:rPr>
              <a:t>LITERATURE REVIEW(CONT..) </a:t>
            </a:r>
            <a:endParaRPr lang="en-IN" sz="4400" b="1" dirty="0">
              <a:solidFill>
                <a:schemeClr val="tx2"/>
              </a:solidFill>
            </a:endParaRPr>
          </a:p>
        </p:txBody>
      </p:sp>
      <p:graphicFrame>
        <p:nvGraphicFramePr>
          <p:cNvPr id="174" name="Google Shape;172;p22">
            <a:extLst>
              <a:ext uri="{FF2B5EF4-FFF2-40B4-BE49-F238E27FC236}">
                <a16:creationId xmlns:a16="http://schemas.microsoft.com/office/drawing/2014/main" id="{A4A7408F-627D-E562-ACAC-FFFC3E342B23}"/>
              </a:ext>
            </a:extLst>
          </p:cNvPr>
          <p:cNvGraphicFramePr/>
          <p:nvPr>
            <p:extLst>
              <p:ext uri="{D42A27DB-BD31-4B8C-83A1-F6EECF244321}">
                <p14:modId xmlns:p14="http://schemas.microsoft.com/office/powerpoint/2010/main" val="3431022023"/>
              </p:ext>
            </p:extLst>
          </p:nvPr>
        </p:nvGraphicFramePr>
        <p:xfrm>
          <a:off x="1439916" y="2438400"/>
          <a:ext cx="15303063" cy="50764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68">
          <a:extLst>
            <a:ext uri="{FF2B5EF4-FFF2-40B4-BE49-F238E27FC236}">
              <a16:creationId xmlns:a16="http://schemas.microsoft.com/office/drawing/2014/main" id="{3CE6727E-DD39-B801-FBFA-C56BDB3A2E55}"/>
            </a:ext>
          </a:extLst>
        </p:cNvPr>
        <p:cNvGrpSpPr/>
        <p:nvPr/>
      </p:nvGrpSpPr>
      <p:grpSpPr>
        <a:xfrm>
          <a:off x="0" y="0"/>
          <a:ext cx="0" cy="0"/>
          <a:chOff x="0" y="0"/>
          <a:chExt cx="0" cy="0"/>
        </a:xfrm>
      </p:grpSpPr>
      <p:sp>
        <p:nvSpPr>
          <p:cNvPr id="170" name="Google Shape;170;p22">
            <a:extLst>
              <a:ext uri="{FF2B5EF4-FFF2-40B4-BE49-F238E27FC236}">
                <a16:creationId xmlns:a16="http://schemas.microsoft.com/office/drawing/2014/main" id="{98CCA9A2-8B1A-761C-A125-20E2117902A3}"/>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11</a:t>
            </a:r>
            <a:endParaRPr dirty="0"/>
          </a:p>
        </p:txBody>
      </p:sp>
      <p:sp>
        <p:nvSpPr>
          <p:cNvPr id="171" name="Google Shape;171;p22">
            <a:extLst>
              <a:ext uri="{FF2B5EF4-FFF2-40B4-BE49-F238E27FC236}">
                <a16:creationId xmlns:a16="http://schemas.microsoft.com/office/drawing/2014/main" id="{15D1065B-5475-59E0-4949-718589859035}"/>
              </a:ext>
            </a:extLst>
          </p:cNvPr>
          <p:cNvSpPr txBox="1"/>
          <p:nvPr/>
        </p:nvSpPr>
        <p:spPr>
          <a:xfrm>
            <a:off x="919799" y="147484"/>
            <a:ext cx="12415201"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cs typeface="Times"/>
                <a:sym typeface="Times"/>
              </a:rPr>
              <a:t>COMPARISON TABLE OF DIFFERENT MODELS </a:t>
            </a:r>
          </a:p>
        </p:txBody>
      </p:sp>
      <p:graphicFrame>
        <p:nvGraphicFramePr>
          <p:cNvPr id="4" name="Table 3">
            <a:extLst>
              <a:ext uri="{FF2B5EF4-FFF2-40B4-BE49-F238E27FC236}">
                <a16:creationId xmlns:a16="http://schemas.microsoft.com/office/drawing/2014/main" id="{AEE1C7BA-DDF6-31C6-710A-C914BEE77DAD}"/>
              </a:ext>
            </a:extLst>
          </p:cNvPr>
          <p:cNvGraphicFramePr>
            <a:graphicFrameLocks noGrp="1"/>
          </p:cNvGraphicFramePr>
          <p:nvPr>
            <p:extLst>
              <p:ext uri="{D42A27DB-BD31-4B8C-83A1-F6EECF244321}">
                <p14:modId xmlns:p14="http://schemas.microsoft.com/office/powerpoint/2010/main" val="3901176848"/>
              </p:ext>
            </p:extLst>
          </p:nvPr>
        </p:nvGraphicFramePr>
        <p:xfrm>
          <a:off x="919799" y="1641987"/>
          <a:ext cx="15588560" cy="8231156"/>
        </p:xfrm>
        <a:graphic>
          <a:graphicData uri="http://schemas.openxmlformats.org/drawingml/2006/table">
            <a:tbl>
              <a:tblPr firstRow="1" bandRow="1">
                <a:tableStyleId>{8799B23B-EC83-4686-B30A-512413B5E67A}</a:tableStyleId>
              </a:tblPr>
              <a:tblGrid>
                <a:gridCol w="3897140">
                  <a:extLst>
                    <a:ext uri="{9D8B030D-6E8A-4147-A177-3AD203B41FA5}">
                      <a16:colId xmlns:a16="http://schemas.microsoft.com/office/drawing/2014/main" val="21497612"/>
                    </a:ext>
                  </a:extLst>
                </a:gridCol>
                <a:gridCol w="3897140">
                  <a:extLst>
                    <a:ext uri="{9D8B030D-6E8A-4147-A177-3AD203B41FA5}">
                      <a16:colId xmlns:a16="http://schemas.microsoft.com/office/drawing/2014/main" val="747322757"/>
                    </a:ext>
                  </a:extLst>
                </a:gridCol>
                <a:gridCol w="3897140">
                  <a:extLst>
                    <a:ext uri="{9D8B030D-6E8A-4147-A177-3AD203B41FA5}">
                      <a16:colId xmlns:a16="http://schemas.microsoft.com/office/drawing/2014/main" val="3979222893"/>
                    </a:ext>
                  </a:extLst>
                </a:gridCol>
                <a:gridCol w="3897140">
                  <a:extLst>
                    <a:ext uri="{9D8B030D-6E8A-4147-A177-3AD203B41FA5}">
                      <a16:colId xmlns:a16="http://schemas.microsoft.com/office/drawing/2014/main" val="3153077089"/>
                    </a:ext>
                  </a:extLst>
                </a:gridCol>
              </a:tblGrid>
              <a:tr h="734565">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Model</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Approach</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Accuracy Score (%)</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Limitations</a:t>
                      </a:r>
                    </a:p>
                  </a:txBody>
                  <a:tcPr/>
                </a:tc>
                <a:extLst>
                  <a:ext uri="{0D108BD9-81ED-4DB2-BD59-A6C34878D82A}">
                    <a16:rowId xmlns:a16="http://schemas.microsoft.com/office/drawing/2014/main" val="2629931625"/>
                  </a:ext>
                </a:extLst>
              </a:tr>
              <a:tr h="1049380">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Logistic Regression</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Binary sentiment classification</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80-90%</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Struggles with complex text structures</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408736807"/>
                  </a:ext>
                </a:extLst>
              </a:tr>
              <a:tr h="757563">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Naïve Bayes</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Probabilistic text classification</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60-70%</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Assumes feature independence, which is unrealistic</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647330973"/>
                  </a:ext>
                </a:extLst>
              </a:tr>
              <a:tr h="757563">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Support Vector Machine (SVM)</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Text sentiment classification using hyperplanes</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75-85%</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High training time, sensitive to noise</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28287068"/>
                  </a:ext>
                </a:extLst>
              </a:tr>
              <a:tr h="1049380">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Latent Dirichlet Allocation (LDA)</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Unsupervised topic modelling</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65-70%</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Does not classify sentiment, only topics</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56279142"/>
                  </a:ext>
                </a:extLst>
              </a:tr>
              <a:tr h="734565">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Random Forest</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Ensemble-based text classification</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70-78%</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Overfits on high-dimensional data</a:t>
                      </a:r>
                    </a:p>
                  </a:txBody>
                  <a:tcPr/>
                </a:tc>
                <a:extLst>
                  <a:ext uri="{0D108BD9-81ED-4DB2-BD59-A6C34878D82A}">
                    <a16:rowId xmlns:a16="http://schemas.microsoft.com/office/drawing/2014/main" val="1172675660"/>
                  </a:ext>
                </a:extLst>
              </a:tr>
              <a:tr h="1049380">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Convolutional Neural Network (CNN)</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Deep learning for sentiment classification</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85-90%</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Requires large training data, struggles with long text dependencies</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31405054"/>
                  </a:ext>
                </a:extLst>
              </a:tr>
              <a:tr h="1049380">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Bidirectional LSTM (BiLSTM)</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Recurrent neural network for text processing</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86-90%</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Computationally expensive, slow inference time</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114944420"/>
                  </a:ext>
                </a:extLst>
              </a:tr>
              <a:tr h="1049380">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Distil BERT (Transformer-based NLP)</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Pretrained transformer for aspect sentiment</a:t>
                      </a:r>
                    </a:p>
                  </a:txBody>
                  <a:tcPr/>
                </a:tc>
                <a:tc>
                  <a:txBody>
                    <a:bodyPr/>
                    <a:lstStyle/>
                    <a:p>
                      <a:r>
                        <a:rPr lang="en-IN" sz="1800" dirty="0">
                          <a:latin typeface="Calibri" panose="020F0502020204030204" pitchFamily="34" charset="0"/>
                          <a:ea typeface="Calibri" panose="020F0502020204030204" pitchFamily="34" charset="0"/>
                          <a:cs typeface="Calibri" panose="020F0502020204030204" pitchFamily="34" charset="0"/>
                        </a:rPr>
                        <a:t>90-94%</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Needs huge datasets, fine-tuning complexity, high inference cost</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45638482"/>
                  </a:ext>
                </a:extLst>
              </a:tr>
            </a:tbl>
          </a:graphicData>
        </a:graphic>
      </p:graphicFrame>
    </p:spTree>
    <p:extLst>
      <p:ext uri="{BB962C8B-B14F-4D97-AF65-F5344CB8AC3E}">
        <p14:creationId xmlns:p14="http://schemas.microsoft.com/office/powerpoint/2010/main" val="27988217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68">
          <a:extLst>
            <a:ext uri="{FF2B5EF4-FFF2-40B4-BE49-F238E27FC236}">
              <a16:creationId xmlns:a16="http://schemas.microsoft.com/office/drawing/2014/main" id="{200180C5-641E-6A32-8E85-C528450AEE9F}"/>
            </a:ext>
          </a:extLst>
        </p:cNvPr>
        <p:cNvGrpSpPr/>
        <p:nvPr/>
      </p:nvGrpSpPr>
      <p:grpSpPr>
        <a:xfrm>
          <a:off x="0" y="0"/>
          <a:ext cx="0" cy="0"/>
          <a:chOff x="0" y="0"/>
          <a:chExt cx="0" cy="0"/>
        </a:xfrm>
      </p:grpSpPr>
      <p:sp>
        <p:nvSpPr>
          <p:cNvPr id="170" name="Google Shape;170;p22">
            <a:extLst>
              <a:ext uri="{FF2B5EF4-FFF2-40B4-BE49-F238E27FC236}">
                <a16:creationId xmlns:a16="http://schemas.microsoft.com/office/drawing/2014/main" id="{8318B25E-99BE-51CF-54DF-F0CCBAACB723}"/>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ea typeface="Poppins Medium"/>
                <a:cs typeface="Poppins Medium"/>
                <a:sym typeface="Poppins Medium"/>
              </a:rPr>
              <a:t>12</a:t>
            </a:r>
            <a:endParaRPr dirty="0"/>
          </a:p>
        </p:txBody>
      </p:sp>
      <p:sp>
        <p:nvSpPr>
          <p:cNvPr id="171" name="Google Shape;171;p22">
            <a:extLst>
              <a:ext uri="{FF2B5EF4-FFF2-40B4-BE49-F238E27FC236}">
                <a16:creationId xmlns:a16="http://schemas.microsoft.com/office/drawing/2014/main" id="{6BD5AD35-B75E-25A3-E16E-DF9579909507}"/>
              </a:ext>
            </a:extLst>
          </p:cNvPr>
          <p:cNvSpPr txBox="1"/>
          <p:nvPr/>
        </p:nvSpPr>
        <p:spPr>
          <a:xfrm>
            <a:off x="562829" y="670560"/>
            <a:ext cx="12772171"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cs typeface="Times"/>
                <a:sym typeface="Times"/>
              </a:rPr>
              <a:t>COMPARISON OF DIFFERENT MODELS </a:t>
            </a:r>
          </a:p>
        </p:txBody>
      </p:sp>
      <p:pic>
        <p:nvPicPr>
          <p:cNvPr id="6" name="Picture 5" descr="A graph showing the number of text classification models&#10;&#10;AI-generated content may be incorrect.">
            <a:extLst>
              <a:ext uri="{FF2B5EF4-FFF2-40B4-BE49-F238E27FC236}">
                <a16:creationId xmlns:a16="http://schemas.microsoft.com/office/drawing/2014/main" id="{ED722BE0-58D4-F10B-DFF3-1654F13E8980}"/>
              </a:ext>
            </a:extLst>
          </p:cNvPr>
          <p:cNvPicPr>
            <a:picLocks noChangeAspect="1"/>
          </p:cNvPicPr>
          <p:nvPr/>
        </p:nvPicPr>
        <p:blipFill>
          <a:blip r:embed="rId3"/>
          <a:stretch>
            <a:fillRect/>
          </a:stretch>
        </p:blipFill>
        <p:spPr>
          <a:xfrm>
            <a:off x="562829" y="2207172"/>
            <a:ext cx="13670280" cy="7231118"/>
          </a:xfrm>
          <a:prstGeom prst="rect">
            <a:avLst/>
          </a:prstGeom>
        </p:spPr>
      </p:pic>
    </p:spTree>
    <p:extLst>
      <p:ext uri="{BB962C8B-B14F-4D97-AF65-F5344CB8AC3E}">
        <p14:creationId xmlns:p14="http://schemas.microsoft.com/office/powerpoint/2010/main" val="1467395593"/>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76"/>
        <p:cNvGrpSpPr/>
        <p:nvPr/>
      </p:nvGrpSpPr>
      <p:grpSpPr>
        <a:xfrm>
          <a:off x="0" y="0"/>
          <a:ext cx="0" cy="0"/>
          <a:chOff x="0" y="0"/>
          <a:chExt cx="0" cy="0"/>
        </a:xfrm>
      </p:grpSpPr>
      <p:sp>
        <p:nvSpPr>
          <p:cNvPr id="178" name="Google Shape;178;p23"/>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15</a:t>
            </a:r>
            <a:endParaRPr dirty="0"/>
          </a:p>
        </p:txBody>
      </p:sp>
      <p:sp>
        <p:nvSpPr>
          <p:cNvPr id="179" name="Google Shape;179;p23"/>
          <p:cNvSpPr txBox="1"/>
          <p:nvPr/>
        </p:nvSpPr>
        <p:spPr>
          <a:xfrm>
            <a:off x="471293" y="448945"/>
            <a:ext cx="7880155" cy="1231106"/>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000" b="1" dirty="0">
                <a:solidFill>
                  <a:schemeClr val="tx2"/>
                </a:solidFill>
                <a:latin typeface="Times"/>
                <a:cs typeface="Times"/>
                <a:sym typeface="Times"/>
              </a:rPr>
              <a:t>ARCHITECTURE OF BERT </a:t>
            </a:r>
            <a:endParaRPr sz="4000" dirty="0">
              <a:solidFill>
                <a:schemeClr val="tx2"/>
              </a:solidFill>
            </a:endParaRPr>
          </a:p>
        </p:txBody>
      </p:sp>
      <p:pic>
        <p:nvPicPr>
          <p:cNvPr id="4" name="Picture 3">
            <a:extLst>
              <a:ext uri="{FF2B5EF4-FFF2-40B4-BE49-F238E27FC236}">
                <a16:creationId xmlns:a16="http://schemas.microsoft.com/office/drawing/2014/main" id="{897AB619-2312-AE3D-4035-63161CD47446}"/>
              </a:ext>
            </a:extLst>
          </p:cNvPr>
          <p:cNvPicPr>
            <a:picLocks noChangeAspect="1"/>
          </p:cNvPicPr>
          <p:nvPr/>
        </p:nvPicPr>
        <p:blipFill>
          <a:blip r:embed="rId3"/>
          <a:stretch>
            <a:fillRect/>
          </a:stretch>
        </p:blipFill>
        <p:spPr>
          <a:xfrm>
            <a:off x="471293" y="2820622"/>
            <a:ext cx="17266449" cy="4946862"/>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281248413"/>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0">
          <a:extLst>
            <a:ext uri="{FF2B5EF4-FFF2-40B4-BE49-F238E27FC236}">
              <a16:creationId xmlns:a16="http://schemas.microsoft.com/office/drawing/2014/main" id="{420FB131-6375-36AB-EF92-E3E852E889AE}"/>
            </a:ext>
          </a:extLst>
        </p:cNvPr>
        <p:cNvGrpSpPr/>
        <p:nvPr/>
      </p:nvGrpSpPr>
      <p:grpSpPr>
        <a:xfrm>
          <a:off x="0" y="0"/>
          <a:ext cx="0" cy="0"/>
          <a:chOff x="0" y="0"/>
          <a:chExt cx="0" cy="0"/>
        </a:xfrm>
      </p:grpSpPr>
      <p:pic>
        <p:nvPicPr>
          <p:cNvPr id="208" name="Picture 207" descr="A blurry blue and yellow background&#10;&#10;AI-generated content may be incorrect.">
            <a:extLst>
              <a:ext uri="{FF2B5EF4-FFF2-40B4-BE49-F238E27FC236}">
                <a16:creationId xmlns:a16="http://schemas.microsoft.com/office/drawing/2014/main" id="{819F3344-796E-B7CC-4972-F7B94A707FC3}"/>
              </a:ext>
            </a:extLst>
          </p:cNvPr>
          <p:cNvPicPr>
            <a:picLocks noChangeAspect="1"/>
          </p:cNvPicPr>
          <p:nvPr/>
        </p:nvPicPr>
        <p:blipFill>
          <a:blip r:embed="rId3">
            <a:duotone>
              <a:schemeClr val="bg2">
                <a:shade val="45000"/>
                <a:satMod val="135000"/>
              </a:schemeClr>
              <a:prstClr val="white"/>
            </a:duotone>
          </a:blip>
          <a:srcRect t="13476" b="9732"/>
          <a:stretch/>
        </p:blipFill>
        <p:spPr>
          <a:xfrm>
            <a:off x="-30154" y="10520"/>
            <a:ext cx="18287980" cy="10286990"/>
          </a:xfrm>
          <a:prstGeom prst="rect">
            <a:avLst/>
          </a:prstGeom>
        </p:spPr>
      </p:pic>
      <p:sp>
        <p:nvSpPr>
          <p:cNvPr id="212" name="Rectangle 2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Google Shape;203;p26">
            <a:extLst>
              <a:ext uri="{FF2B5EF4-FFF2-40B4-BE49-F238E27FC236}">
                <a16:creationId xmlns:a16="http://schemas.microsoft.com/office/drawing/2014/main" id="{C578DB89-DC4B-B57A-AFF3-EE406F4B3B15}"/>
              </a:ext>
            </a:extLst>
          </p:cNvPr>
          <p:cNvSpPr txBox="1"/>
          <p:nvPr/>
        </p:nvSpPr>
        <p:spPr>
          <a:xfrm>
            <a:off x="1051034" y="547687"/>
            <a:ext cx="15979666"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b="1" kern="1200" dirty="0">
                <a:solidFill>
                  <a:schemeClr val="tx2"/>
                </a:solidFill>
                <a:latin typeface="Times" panose="02020603050405020304" pitchFamily="18" charset="0"/>
                <a:ea typeface="+mj-ea"/>
                <a:cs typeface="Times" panose="02020603050405020304" pitchFamily="18" charset="0"/>
                <a:sym typeface="Times"/>
              </a:rPr>
              <a:t>METHODOLOGY(BERT)</a:t>
            </a:r>
            <a:endParaRPr lang="en-US" sz="4400" kern="1200" dirty="0">
              <a:solidFill>
                <a:schemeClr val="tx2"/>
              </a:solidFill>
              <a:latin typeface="Times" panose="02020603050405020304" pitchFamily="18" charset="0"/>
              <a:ea typeface="+mj-ea"/>
              <a:cs typeface="Times" panose="02020603050405020304" pitchFamily="18" charset="0"/>
            </a:endParaRPr>
          </a:p>
        </p:txBody>
      </p:sp>
      <p:sp>
        <p:nvSpPr>
          <p:cNvPr id="202" name="Google Shape;202;p26">
            <a:extLst>
              <a:ext uri="{FF2B5EF4-FFF2-40B4-BE49-F238E27FC236}">
                <a16:creationId xmlns:a16="http://schemas.microsoft.com/office/drawing/2014/main" id="{7C69B160-0675-0B9A-9DB1-706770B03831}"/>
              </a:ext>
            </a:extLst>
          </p:cNvPr>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dirty="0">
                <a:solidFill>
                  <a:srgbClr val="333333"/>
                </a:solidFill>
                <a:latin typeface="Poppins Medium"/>
                <a:cs typeface="Poppins Medium"/>
                <a:sym typeface="Poppins Medium"/>
              </a:rPr>
              <a:t>20</a:t>
            </a:r>
            <a:endParaRPr lang="en-US"/>
          </a:p>
        </p:txBody>
      </p:sp>
      <p:graphicFrame>
        <p:nvGraphicFramePr>
          <p:cNvPr id="206" name="Google Shape;204;p26">
            <a:extLst>
              <a:ext uri="{FF2B5EF4-FFF2-40B4-BE49-F238E27FC236}">
                <a16:creationId xmlns:a16="http://schemas.microsoft.com/office/drawing/2014/main" id="{5FDDD413-31C6-670D-5842-E9F15E177259}"/>
              </a:ext>
            </a:extLst>
          </p:cNvPr>
          <p:cNvGraphicFramePr/>
          <p:nvPr>
            <p:extLst>
              <p:ext uri="{D42A27DB-BD31-4B8C-83A1-F6EECF244321}">
                <p14:modId xmlns:p14="http://schemas.microsoft.com/office/powerpoint/2010/main" val="3422020278"/>
              </p:ext>
            </p:extLst>
          </p:nvPr>
        </p:nvGraphicFramePr>
        <p:xfrm>
          <a:off x="1236279" y="2738437"/>
          <a:ext cx="15773400" cy="65270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53298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76">
          <a:extLst>
            <a:ext uri="{FF2B5EF4-FFF2-40B4-BE49-F238E27FC236}">
              <a16:creationId xmlns:a16="http://schemas.microsoft.com/office/drawing/2014/main" id="{08EB445B-FD5E-8DCE-AFC6-404949F5629E}"/>
            </a:ext>
          </a:extLst>
        </p:cNvPr>
        <p:cNvGrpSpPr/>
        <p:nvPr/>
      </p:nvGrpSpPr>
      <p:grpSpPr>
        <a:xfrm>
          <a:off x="0" y="0"/>
          <a:ext cx="0" cy="0"/>
          <a:chOff x="0" y="0"/>
          <a:chExt cx="0" cy="0"/>
        </a:xfrm>
      </p:grpSpPr>
      <p:sp>
        <p:nvSpPr>
          <p:cNvPr id="178" name="Google Shape;178;p23">
            <a:extLst>
              <a:ext uri="{FF2B5EF4-FFF2-40B4-BE49-F238E27FC236}">
                <a16:creationId xmlns:a16="http://schemas.microsoft.com/office/drawing/2014/main" id="{5314EA08-9898-193F-DB8C-5A45076CBBF1}"/>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15</a:t>
            </a:r>
            <a:endParaRPr dirty="0"/>
          </a:p>
        </p:txBody>
      </p:sp>
      <p:sp>
        <p:nvSpPr>
          <p:cNvPr id="179" name="Google Shape;179;p23">
            <a:extLst>
              <a:ext uri="{FF2B5EF4-FFF2-40B4-BE49-F238E27FC236}">
                <a16:creationId xmlns:a16="http://schemas.microsoft.com/office/drawing/2014/main" id="{F86215B2-F795-BB0D-FCA6-C2F233D6EC1D}"/>
              </a:ext>
            </a:extLst>
          </p:cNvPr>
          <p:cNvSpPr txBox="1"/>
          <p:nvPr/>
        </p:nvSpPr>
        <p:spPr>
          <a:xfrm>
            <a:off x="430924" y="438435"/>
            <a:ext cx="7910014" cy="1231106"/>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000" b="1" dirty="0">
                <a:solidFill>
                  <a:schemeClr val="tx2"/>
                </a:solidFill>
                <a:latin typeface="Times"/>
                <a:cs typeface="Times"/>
                <a:sym typeface="Times"/>
              </a:rPr>
              <a:t>ARCHITECTURE OF RNN</a:t>
            </a:r>
            <a:endParaRPr sz="4000" dirty="0">
              <a:solidFill>
                <a:schemeClr val="tx2"/>
              </a:solidFill>
            </a:endParaRPr>
          </a:p>
        </p:txBody>
      </p:sp>
      <p:pic>
        <p:nvPicPr>
          <p:cNvPr id="3" name="Picture 2">
            <a:extLst>
              <a:ext uri="{FF2B5EF4-FFF2-40B4-BE49-F238E27FC236}">
                <a16:creationId xmlns:a16="http://schemas.microsoft.com/office/drawing/2014/main" id="{AB9EB431-47C5-D091-19A0-63D4CD504FC1}"/>
              </a:ext>
            </a:extLst>
          </p:cNvPr>
          <p:cNvPicPr>
            <a:picLocks noChangeAspect="1"/>
          </p:cNvPicPr>
          <p:nvPr/>
        </p:nvPicPr>
        <p:blipFill>
          <a:blip r:embed="rId3"/>
          <a:stretch>
            <a:fillRect/>
          </a:stretch>
        </p:blipFill>
        <p:spPr>
          <a:xfrm>
            <a:off x="430924" y="2969461"/>
            <a:ext cx="17035616" cy="515198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400306783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0"/>
        <p:cNvGrpSpPr/>
        <p:nvPr/>
      </p:nvGrpSpPr>
      <p:grpSpPr>
        <a:xfrm>
          <a:off x="0" y="0"/>
          <a:ext cx="0" cy="0"/>
          <a:chOff x="0" y="0"/>
          <a:chExt cx="0" cy="0"/>
        </a:xfrm>
      </p:grpSpPr>
      <p:pic>
        <p:nvPicPr>
          <p:cNvPr id="208" name="Picture 207">
            <a:extLst>
              <a:ext uri="{FF2B5EF4-FFF2-40B4-BE49-F238E27FC236}">
                <a16:creationId xmlns:a16="http://schemas.microsoft.com/office/drawing/2014/main" id="{43E813BB-8F83-22ED-60C7-7E57433CEC08}"/>
              </a:ext>
            </a:extLst>
          </p:cNvPr>
          <p:cNvPicPr>
            <a:picLocks noChangeAspect="1"/>
          </p:cNvPicPr>
          <p:nvPr/>
        </p:nvPicPr>
        <p:blipFill>
          <a:blip r:embed="rId3">
            <a:duotone>
              <a:schemeClr val="bg2">
                <a:shade val="45000"/>
                <a:satMod val="135000"/>
              </a:schemeClr>
              <a:prstClr val="white"/>
            </a:duotone>
          </a:blip>
          <a:srcRect t="15730"/>
          <a:stretch/>
        </p:blipFill>
        <p:spPr>
          <a:xfrm>
            <a:off x="20" y="10"/>
            <a:ext cx="18287980" cy="10286990"/>
          </a:xfrm>
          <a:prstGeom prst="rect">
            <a:avLst/>
          </a:prstGeom>
        </p:spPr>
      </p:pic>
      <p:sp>
        <p:nvSpPr>
          <p:cNvPr id="212" name="Rectangle 2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Google Shape;203;p26"/>
          <p:cNvSpPr txBox="1"/>
          <p:nvPr/>
        </p:nvSpPr>
        <p:spPr>
          <a:xfrm>
            <a:off x="1124607" y="547687"/>
            <a:ext cx="15906093"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b="1" kern="1200" dirty="0">
                <a:solidFill>
                  <a:schemeClr val="tx2"/>
                </a:solidFill>
                <a:latin typeface="Times" panose="02020603050405020304" pitchFamily="18" charset="0"/>
                <a:ea typeface="+mj-ea"/>
                <a:cs typeface="Times" panose="02020603050405020304" pitchFamily="18" charset="0"/>
                <a:sym typeface="Times"/>
              </a:rPr>
              <a:t>METHODOLOGY(RNN)</a:t>
            </a:r>
            <a:endParaRPr lang="en-US" sz="4400" kern="1200" dirty="0">
              <a:solidFill>
                <a:schemeClr val="tx2"/>
              </a:solidFill>
              <a:latin typeface="Times" panose="02020603050405020304" pitchFamily="18" charset="0"/>
              <a:ea typeface="+mj-ea"/>
              <a:cs typeface="Times" panose="02020603050405020304" pitchFamily="18" charset="0"/>
            </a:endParaRPr>
          </a:p>
        </p:txBody>
      </p:sp>
      <p:sp>
        <p:nvSpPr>
          <p:cNvPr id="202" name="Google Shape;202;p26"/>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dirty="0">
                <a:solidFill>
                  <a:srgbClr val="333333"/>
                </a:solidFill>
                <a:latin typeface="Poppins Medium"/>
                <a:cs typeface="Poppins Medium"/>
                <a:sym typeface="Poppins Medium"/>
              </a:rPr>
              <a:t>18</a:t>
            </a:r>
            <a:endParaRPr lang="en-US"/>
          </a:p>
        </p:txBody>
      </p:sp>
      <p:graphicFrame>
        <p:nvGraphicFramePr>
          <p:cNvPr id="206" name="Google Shape;204;p26">
            <a:extLst>
              <a:ext uri="{FF2B5EF4-FFF2-40B4-BE49-F238E27FC236}">
                <a16:creationId xmlns:a16="http://schemas.microsoft.com/office/drawing/2014/main" id="{9D488396-BF4D-D599-A722-3CB090163E42}"/>
              </a:ext>
            </a:extLst>
          </p:cNvPr>
          <p:cNvGraphicFramePr/>
          <p:nvPr>
            <p:extLst>
              <p:ext uri="{D42A27DB-BD31-4B8C-83A1-F6EECF244321}">
                <p14:modId xmlns:p14="http://schemas.microsoft.com/office/powerpoint/2010/main" val="1935234441"/>
              </p:ext>
            </p:extLst>
          </p:nvPr>
        </p:nvGraphicFramePr>
        <p:xfrm>
          <a:off x="1257300" y="2738437"/>
          <a:ext cx="15773400" cy="65270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76">
          <a:extLst>
            <a:ext uri="{FF2B5EF4-FFF2-40B4-BE49-F238E27FC236}">
              <a16:creationId xmlns:a16="http://schemas.microsoft.com/office/drawing/2014/main" id="{2FDFB54A-7D67-F34D-4417-E6F2213C9E3F}"/>
            </a:ext>
          </a:extLst>
        </p:cNvPr>
        <p:cNvGrpSpPr/>
        <p:nvPr/>
      </p:nvGrpSpPr>
      <p:grpSpPr>
        <a:xfrm>
          <a:off x="0" y="0"/>
          <a:ext cx="0" cy="0"/>
          <a:chOff x="0" y="0"/>
          <a:chExt cx="0" cy="0"/>
        </a:xfrm>
      </p:grpSpPr>
      <p:sp>
        <p:nvSpPr>
          <p:cNvPr id="178" name="Google Shape;178;p23">
            <a:extLst>
              <a:ext uri="{FF2B5EF4-FFF2-40B4-BE49-F238E27FC236}">
                <a16:creationId xmlns:a16="http://schemas.microsoft.com/office/drawing/2014/main" id="{2AA0D46B-2F5C-9501-5AE7-2402DCFA68A5}"/>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15</a:t>
            </a:r>
            <a:endParaRPr dirty="0"/>
          </a:p>
        </p:txBody>
      </p:sp>
      <p:sp>
        <p:nvSpPr>
          <p:cNvPr id="179" name="Google Shape;179;p23">
            <a:extLst>
              <a:ext uri="{FF2B5EF4-FFF2-40B4-BE49-F238E27FC236}">
                <a16:creationId xmlns:a16="http://schemas.microsoft.com/office/drawing/2014/main" id="{B9E699FD-72E8-3EDF-0229-C566458841A8}"/>
              </a:ext>
            </a:extLst>
          </p:cNvPr>
          <p:cNvSpPr txBox="1"/>
          <p:nvPr/>
        </p:nvSpPr>
        <p:spPr>
          <a:xfrm>
            <a:off x="472966" y="448945"/>
            <a:ext cx="7878482" cy="1231106"/>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000" b="1" dirty="0">
                <a:solidFill>
                  <a:schemeClr val="tx2"/>
                </a:solidFill>
                <a:latin typeface="Times"/>
                <a:cs typeface="Times"/>
                <a:sym typeface="Times"/>
              </a:rPr>
              <a:t>ARCHITECTURE OF LSTM </a:t>
            </a:r>
            <a:endParaRPr sz="4000" dirty="0">
              <a:solidFill>
                <a:schemeClr val="tx2"/>
              </a:solidFill>
            </a:endParaRPr>
          </a:p>
        </p:txBody>
      </p:sp>
      <p:pic>
        <p:nvPicPr>
          <p:cNvPr id="8" name="Picture 7">
            <a:extLst>
              <a:ext uri="{FF2B5EF4-FFF2-40B4-BE49-F238E27FC236}">
                <a16:creationId xmlns:a16="http://schemas.microsoft.com/office/drawing/2014/main" id="{2A8A27E8-0554-DA56-DCA9-7567F71A616D}"/>
              </a:ext>
            </a:extLst>
          </p:cNvPr>
          <p:cNvPicPr>
            <a:picLocks noChangeAspect="1"/>
          </p:cNvPicPr>
          <p:nvPr/>
        </p:nvPicPr>
        <p:blipFill>
          <a:blip r:embed="rId3"/>
          <a:stretch>
            <a:fillRect/>
          </a:stretch>
        </p:blipFill>
        <p:spPr>
          <a:xfrm>
            <a:off x="560440" y="2243960"/>
            <a:ext cx="16555134" cy="55923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532895981"/>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0">
          <a:extLst>
            <a:ext uri="{FF2B5EF4-FFF2-40B4-BE49-F238E27FC236}">
              <a16:creationId xmlns:a16="http://schemas.microsoft.com/office/drawing/2014/main" id="{A5504E2F-B09E-117A-E06A-5BE1A61CDECC}"/>
            </a:ext>
          </a:extLst>
        </p:cNvPr>
        <p:cNvGrpSpPr/>
        <p:nvPr/>
      </p:nvGrpSpPr>
      <p:grpSpPr>
        <a:xfrm>
          <a:off x="0" y="0"/>
          <a:ext cx="0" cy="0"/>
          <a:chOff x="0" y="0"/>
          <a:chExt cx="0" cy="0"/>
        </a:xfrm>
      </p:grpSpPr>
      <p:pic>
        <p:nvPicPr>
          <p:cNvPr id="208" name="Picture 207" descr="Close-up of folded paper&#10;&#10;AI-generated content may be incorrect.">
            <a:extLst>
              <a:ext uri="{FF2B5EF4-FFF2-40B4-BE49-F238E27FC236}">
                <a16:creationId xmlns:a16="http://schemas.microsoft.com/office/drawing/2014/main" id="{5C32259E-7DFF-709C-A761-215C50D7305E}"/>
              </a:ext>
            </a:extLst>
          </p:cNvPr>
          <p:cNvPicPr>
            <a:picLocks noChangeAspect="1"/>
          </p:cNvPicPr>
          <p:nvPr/>
        </p:nvPicPr>
        <p:blipFill>
          <a:blip r:embed="rId3">
            <a:duotone>
              <a:schemeClr val="bg2">
                <a:shade val="45000"/>
                <a:satMod val="135000"/>
              </a:schemeClr>
              <a:prstClr val="white"/>
            </a:duotone>
          </a:blip>
          <a:srcRect t="5552" b="10178"/>
          <a:stretch/>
        </p:blipFill>
        <p:spPr>
          <a:xfrm>
            <a:off x="-29476" y="10"/>
            <a:ext cx="18287980" cy="10286990"/>
          </a:xfrm>
          <a:prstGeom prst="rect">
            <a:avLst/>
          </a:prstGeom>
        </p:spPr>
      </p:pic>
      <p:sp>
        <p:nvSpPr>
          <p:cNvPr id="212" name="Rectangle 2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Google Shape;203;p26">
            <a:extLst>
              <a:ext uri="{FF2B5EF4-FFF2-40B4-BE49-F238E27FC236}">
                <a16:creationId xmlns:a16="http://schemas.microsoft.com/office/drawing/2014/main" id="{327E4836-034A-ADB7-511D-54BF500E6E61}"/>
              </a:ext>
            </a:extLst>
          </p:cNvPr>
          <p:cNvSpPr txBox="1"/>
          <p:nvPr/>
        </p:nvSpPr>
        <p:spPr>
          <a:xfrm>
            <a:off x="1124607" y="547687"/>
            <a:ext cx="15906093"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b="1" kern="1200" dirty="0">
                <a:solidFill>
                  <a:schemeClr val="tx2"/>
                </a:solidFill>
                <a:latin typeface="Times" panose="02020603050405020304" pitchFamily="18" charset="0"/>
                <a:ea typeface="+mj-ea"/>
                <a:cs typeface="Times" panose="02020603050405020304" pitchFamily="18" charset="0"/>
                <a:sym typeface="Times"/>
              </a:rPr>
              <a:t>METHODOLOGY(LSTM)</a:t>
            </a:r>
            <a:endParaRPr lang="en-US" sz="4400" kern="1200" dirty="0">
              <a:solidFill>
                <a:schemeClr val="tx2"/>
              </a:solidFill>
              <a:latin typeface="Times" panose="02020603050405020304" pitchFamily="18" charset="0"/>
              <a:ea typeface="+mj-ea"/>
              <a:cs typeface="Times" panose="02020603050405020304" pitchFamily="18" charset="0"/>
            </a:endParaRPr>
          </a:p>
        </p:txBody>
      </p:sp>
      <p:sp>
        <p:nvSpPr>
          <p:cNvPr id="202" name="Google Shape;202;p26">
            <a:extLst>
              <a:ext uri="{FF2B5EF4-FFF2-40B4-BE49-F238E27FC236}">
                <a16:creationId xmlns:a16="http://schemas.microsoft.com/office/drawing/2014/main" id="{012FC8D6-6D01-F7C3-008A-4719D7782F35}"/>
              </a:ext>
            </a:extLst>
          </p:cNvPr>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dirty="0">
                <a:solidFill>
                  <a:srgbClr val="333333"/>
                </a:solidFill>
                <a:latin typeface="Poppins Medium"/>
                <a:cs typeface="Poppins Medium"/>
                <a:sym typeface="Poppins Medium"/>
              </a:rPr>
              <a:t>18</a:t>
            </a:r>
            <a:endParaRPr lang="en-US"/>
          </a:p>
        </p:txBody>
      </p:sp>
      <p:graphicFrame>
        <p:nvGraphicFramePr>
          <p:cNvPr id="206" name="Google Shape;204;p26">
            <a:extLst>
              <a:ext uri="{FF2B5EF4-FFF2-40B4-BE49-F238E27FC236}">
                <a16:creationId xmlns:a16="http://schemas.microsoft.com/office/drawing/2014/main" id="{FE66C737-346C-228B-CBEF-73336BD68332}"/>
              </a:ext>
            </a:extLst>
          </p:cNvPr>
          <p:cNvGraphicFramePr/>
          <p:nvPr>
            <p:extLst>
              <p:ext uri="{D42A27DB-BD31-4B8C-83A1-F6EECF244321}">
                <p14:modId xmlns:p14="http://schemas.microsoft.com/office/powerpoint/2010/main" val="2148027784"/>
              </p:ext>
            </p:extLst>
          </p:nvPr>
        </p:nvGraphicFramePr>
        <p:xfrm>
          <a:off x="1257300" y="2738437"/>
          <a:ext cx="15773400" cy="65270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51818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76">
          <a:extLst>
            <a:ext uri="{FF2B5EF4-FFF2-40B4-BE49-F238E27FC236}">
              <a16:creationId xmlns:a16="http://schemas.microsoft.com/office/drawing/2014/main" id="{9AB22861-7C5B-7840-3248-2841DC018463}"/>
            </a:ext>
          </a:extLst>
        </p:cNvPr>
        <p:cNvGrpSpPr/>
        <p:nvPr/>
      </p:nvGrpSpPr>
      <p:grpSpPr>
        <a:xfrm>
          <a:off x="0" y="0"/>
          <a:ext cx="0" cy="0"/>
          <a:chOff x="0" y="0"/>
          <a:chExt cx="0" cy="0"/>
        </a:xfrm>
      </p:grpSpPr>
      <p:sp>
        <p:nvSpPr>
          <p:cNvPr id="178" name="Google Shape;178;p23">
            <a:extLst>
              <a:ext uri="{FF2B5EF4-FFF2-40B4-BE49-F238E27FC236}">
                <a16:creationId xmlns:a16="http://schemas.microsoft.com/office/drawing/2014/main" id="{F9853120-8B38-E2FA-17C6-6335776A2D10}"/>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15</a:t>
            </a:r>
            <a:endParaRPr dirty="0"/>
          </a:p>
        </p:txBody>
      </p:sp>
      <p:sp>
        <p:nvSpPr>
          <p:cNvPr id="179" name="Google Shape;179;p23">
            <a:extLst>
              <a:ext uri="{FF2B5EF4-FFF2-40B4-BE49-F238E27FC236}">
                <a16:creationId xmlns:a16="http://schemas.microsoft.com/office/drawing/2014/main" id="{BF27F90A-E8AD-13A9-0492-3DC914F0CC59}"/>
              </a:ext>
            </a:extLst>
          </p:cNvPr>
          <p:cNvSpPr txBox="1"/>
          <p:nvPr/>
        </p:nvSpPr>
        <p:spPr>
          <a:xfrm>
            <a:off x="1028700" y="448945"/>
            <a:ext cx="7322748"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cs typeface="Times"/>
                <a:sym typeface="Times"/>
              </a:rPr>
              <a:t>ARCHITECTURE OF CNN</a:t>
            </a:r>
            <a:endParaRPr dirty="0">
              <a:solidFill>
                <a:schemeClr val="tx2"/>
              </a:solidFill>
            </a:endParaRPr>
          </a:p>
        </p:txBody>
      </p:sp>
      <p:pic>
        <p:nvPicPr>
          <p:cNvPr id="4" name="Picture 3">
            <a:extLst>
              <a:ext uri="{FF2B5EF4-FFF2-40B4-BE49-F238E27FC236}">
                <a16:creationId xmlns:a16="http://schemas.microsoft.com/office/drawing/2014/main" id="{1A2D691A-EF33-7D5C-9B43-BB6FFB81BB94}"/>
              </a:ext>
            </a:extLst>
          </p:cNvPr>
          <p:cNvPicPr>
            <a:picLocks noChangeAspect="1"/>
          </p:cNvPicPr>
          <p:nvPr/>
        </p:nvPicPr>
        <p:blipFill>
          <a:blip r:embed="rId3"/>
          <a:stretch>
            <a:fillRect/>
          </a:stretch>
        </p:blipFill>
        <p:spPr>
          <a:xfrm>
            <a:off x="1130710" y="2557954"/>
            <a:ext cx="16419964" cy="529802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886615144"/>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0">
          <a:extLst>
            <a:ext uri="{FF2B5EF4-FFF2-40B4-BE49-F238E27FC236}">
              <a16:creationId xmlns:a16="http://schemas.microsoft.com/office/drawing/2014/main" id="{C4F0D11F-C202-DAEE-6EBB-E5C7F23C897B}"/>
            </a:ext>
          </a:extLst>
        </p:cNvPr>
        <p:cNvGrpSpPr/>
        <p:nvPr/>
      </p:nvGrpSpPr>
      <p:grpSpPr>
        <a:xfrm>
          <a:off x="0" y="0"/>
          <a:ext cx="0" cy="0"/>
          <a:chOff x="0" y="0"/>
          <a:chExt cx="0" cy="0"/>
        </a:xfrm>
      </p:grpSpPr>
      <p:pic>
        <p:nvPicPr>
          <p:cNvPr id="208" name="Picture 207" descr="A blurry blue and green background&#10;&#10;AI-generated content may be incorrect.">
            <a:extLst>
              <a:ext uri="{FF2B5EF4-FFF2-40B4-BE49-F238E27FC236}">
                <a16:creationId xmlns:a16="http://schemas.microsoft.com/office/drawing/2014/main" id="{9F607D5A-9D07-529C-2DB1-511910711828}"/>
              </a:ext>
            </a:extLst>
          </p:cNvPr>
          <p:cNvPicPr>
            <a:picLocks noChangeAspect="1"/>
          </p:cNvPicPr>
          <p:nvPr/>
        </p:nvPicPr>
        <p:blipFill>
          <a:blip r:embed="rId3">
            <a:duotone>
              <a:schemeClr val="bg2">
                <a:shade val="45000"/>
                <a:satMod val="135000"/>
              </a:schemeClr>
              <a:prstClr val="white"/>
            </a:duotone>
          </a:blip>
          <a:srcRect t="12256" b="3157"/>
          <a:stretch/>
        </p:blipFill>
        <p:spPr>
          <a:xfrm>
            <a:off x="10530" y="10520"/>
            <a:ext cx="18287980" cy="10286990"/>
          </a:xfrm>
          <a:prstGeom prst="rect">
            <a:avLst/>
          </a:prstGeom>
        </p:spPr>
      </p:pic>
      <p:sp>
        <p:nvSpPr>
          <p:cNvPr id="212" name="Rectangle 2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Google Shape;203;p26">
            <a:extLst>
              <a:ext uri="{FF2B5EF4-FFF2-40B4-BE49-F238E27FC236}">
                <a16:creationId xmlns:a16="http://schemas.microsoft.com/office/drawing/2014/main" id="{D3390686-8001-F5E0-8104-495AFE507F19}"/>
              </a:ext>
            </a:extLst>
          </p:cNvPr>
          <p:cNvSpPr txBox="1"/>
          <p:nvPr/>
        </p:nvSpPr>
        <p:spPr>
          <a:xfrm>
            <a:off x="1093076" y="547687"/>
            <a:ext cx="15937624" cy="1988345"/>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400" b="1" kern="1200" dirty="0">
                <a:solidFill>
                  <a:schemeClr val="tx2"/>
                </a:solidFill>
                <a:latin typeface="Times" panose="02020603050405020304" pitchFamily="18" charset="0"/>
                <a:ea typeface="+mj-ea"/>
                <a:cs typeface="Times" panose="02020603050405020304" pitchFamily="18" charset="0"/>
                <a:sym typeface="Times"/>
              </a:rPr>
              <a:t>METHODOLOGY(CNN)</a:t>
            </a:r>
            <a:endParaRPr lang="en-US" sz="4400" kern="1200" dirty="0">
              <a:solidFill>
                <a:schemeClr val="tx2"/>
              </a:solidFill>
              <a:latin typeface="Times" panose="02020603050405020304" pitchFamily="18" charset="0"/>
              <a:ea typeface="+mj-ea"/>
              <a:cs typeface="Times" panose="02020603050405020304" pitchFamily="18" charset="0"/>
            </a:endParaRPr>
          </a:p>
        </p:txBody>
      </p:sp>
      <p:sp>
        <p:nvSpPr>
          <p:cNvPr id="202" name="Google Shape;202;p26">
            <a:extLst>
              <a:ext uri="{FF2B5EF4-FFF2-40B4-BE49-F238E27FC236}">
                <a16:creationId xmlns:a16="http://schemas.microsoft.com/office/drawing/2014/main" id="{16D8E864-1769-FF05-0CC9-56FE7FF82E62}"/>
              </a:ext>
            </a:extLst>
          </p:cNvPr>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dirty="0">
                <a:solidFill>
                  <a:srgbClr val="333333"/>
                </a:solidFill>
                <a:latin typeface="Poppins Medium"/>
                <a:cs typeface="Poppins Medium"/>
                <a:sym typeface="Poppins Medium"/>
              </a:rPr>
              <a:t>18</a:t>
            </a:r>
            <a:endParaRPr lang="en-US"/>
          </a:p>
        </p:txBody>
      </p:sp>
      <p:graphicFrame>
        <p:nvGraphicFramePr>
          <p:cNvPr id="206" name="Google Shape;204;p26">
            <a:extLst>
              <a:ext uri="{FF2B5EF4-FFF2-40B4-BE49-F238E27FC236}">
                <a16:creationId xmlns:a16="http://schemas.microsoft.com/office/drawing/2014/main" id="{1FC8D70F-D33F-35A8-3A91-918AB4DF42DF}"/>
              </a:ext>
            </a:extLst>
          </p:cNvPr>
          <p:cNvGraphicFramePr/>
          <p:nvPr>
            <p:extLst>
              <p:ext uri="{D42A27DB-BD31-4B8C-83A1-F6EECF244321}">
                <p14:modId xmlns:p14="http://schemas.microsoft.com/office/powerpoint/2010/main" val="1800291661"/>
              </p:ext>
            </p:extLst>
          </p:nvPr>
        </p:nvGraphicFramePr>
        <p:xfrm>
          <a:off x="1257300" y="2738437"/>
          <a:ext cx="15773400" cy="65270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6369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10">
          <a:extLst>
            <a:ext uri="{FF2B5EF4-FFF2-40B4-BE49-F238E27FC236}">
              <a16:creationId xmlns:a16="http://schemas.microsoft.com/office/drawing/2014/main" id="{699DD232-E444-B4F8-2B4E-E784A33C88BA}"/>
            </a:ext>
          </a:extLst>
        </p:cNvPr>
        <p:cNvGrpSpPr/>
        <p:nvPr/>
      </p:nvGrpSpPr>
      <p:grpSpPr>
        <a:xfrm>
          <a:off x="0" y="0"/>
          <a:ext cx="0" cy="0"/>
          <a:chOff x="0" y="0"/>
          <a:chExt cx="0" cy="0"/>
        </a:xfrm>
      </p:grpSpPr>
      <p:sp>
        <p:nvSpPr>
          <p:cNvPr id="312" name="Google Shape;312;p38">
            <a:extLst>
              <a:ext uri="{FF2B5EF4-FFF2-40B4-BE49-F238E27FC236}">
                <a16:creationId xmlns:a16="http://schemas.microsoft.com/office/drawing/2014/main" id="{485ABD76-6B9E-F878-37F0-1E833D033C0E}"/>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30</a:t>
            </a:r>
            <a:endParaRPr dirty="0"/>
          </a:p>
        </p:txBody>
      </p:sp>
      <p:sp>
        <p:nvSpPr>
          <p:cNvPr id="313" name="Google Shape;313;p38">
            <a:extLst>
              <a:ext uri="{FF2B5EF4-FFF2-40B4-BE49-F238E27FC236}">
                <a16:creationId xmlns:a16="http://schemas.microsoft.com/office/drawing/2014/main" id="{AE0838D9-F9C3-CE49-90D0-B9BEC24D1E98}"/>
              </a:ext>
            </a:extLst>
          </p:cNvPr>
          <p:cNvSpPr txBox="1"/>
          <p:nvPr/>
        </p:nvSpPr>
        <p:spPr>
          <a:xfrm>
            <a:off x="1028700" y="448945"/>
            <a:ext cx="12108219" cy="1354217"/>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400" b="1" dirty="0">
                <a:solidFill>
                  <a:schemeClr val="tx2"/>
                </a:solidFill>
                <a:latin typeface="Times"/>
                <a:cs typeface="Times"/>
                <a:sym typeface="Times"/>
              </a:rPr>
              <a:t>RESULT(COMPARISON TABLE)</a:t>
            </a:r>
            <a:endParaRPr sz="4400" dirty="0">
              <a:solidFill>
                <a:schemeClr val="tx2"/>
              </a:solidFill>
            </a:endParaRPr>
          </a:p>
        </p:txBody>
      </p:sp>
      <p:graphicFrame>
        <p:nvGraphicFramePr>
          <p:cNvPr id="2" name="Table 1">
            <a:extLst>
              <a:ext uri="{FF2B5EF4-FFF2-40B4-BE49-F238E27FC236}">
                <a16:creationId xmlns:a16="http://schemas.microsoft.com/office/drawing/2014/main" id="{EE9F2EAD-6B1A-18D2-94C9-9BC2FA5F3685}"/>
              </a:ext>
            </a:extLst>
          </p:cNvPr>
          <p:cNvGraphicFramePr>
            <a:graphicFrameLocks noGrp="1"/>
          </p:cNvGraphicFramePr>
          <p:nvPr>
            <p:extLst>
              <p:ext uri="{D42A27DB-BD31-4B8C-83A1-F6EECF244321}">
                <p14:modId xmlns:p14="http://schemas.microsoft.com/office/powerpoint/2010/main" val="2121090289"/>
              </p:ext>
            </p:extLst>
          </p:nvPr>
        </p:nvGraphicFramePr>
        <p:xfrm>
          <a:off x="2133601" y="2154621"/>
          <a:ext cx="12899923" cy="6812400"/>
        </p:xfrm>
        <a:graphic>
          <a:graphicData uri="http://schemas.openxmlformats.org/drawingml/2006/table">
            <a:tbl>
              <a:tblPr firstRow="1" bandRow="1">
                <a:tableStyleId>{5C22544A-7EE6-4342-B048-85BDC9FD1C3A}</a:tableStyleId>
              </a:tblPr>
              <a:tblGrid>
                <a:gridCol w="3212233">
                  <a:extLst>
                    <a:ext uri="{9D8B030D-6E8A-4147-A177-3AD203B41FA5}">
                      <a16:colId xmlns:a16="http://schemas.microsoft.com/office/drawing/2014/main" val="3191401486"/>
                    </a:ext>
                  </a:extLst>
                </a:gridCol>
                <a:gridCol w="3229230">
                  <a:extLst>
                    <a:ext uri="{9D8B030D-6E8A-4147-A177-3AD203B41FA5}">
                      <a16:colId xmlns:a16="http://schemas.microsoft.com/office/drawing/2014/main" val="1794102114"/>
                    </a:ext>
                  </a:extLst>
                </a:gridCol>
                <a:gridCol w="3229230">
                  <a:extLst>
                    <a:ext uri="{9D8B030D-6E8A-4147-A177-3AD203B41FA5}">
                      <a16:colId xmlns:a16="http://schemas.microsoft.com/office/drawing/2014/main" val="537489071"/>
                    </a:ext>
                  </a:extLst>
                </a:gridCol>
                <a:gridCol w="3229230">
                  <a:extLst>
                    <a:ext uri="{9D8B030D-6E8A-4147-A177-3AD203B41FA5}">
                      <a16:colId xmlns:a16="http://schemas.microsoft.com/office/drawing/2014/main" val="3972217044"/>
                    </a:ext>
                  </a:extLst>
                </a:gridCol>
              </a:tblGrid>
              <a:tr h="1362480">
                <a:tc>
                  <a:txBody>
                    <a:bodyPr/>
                    <a:lstStyle/>
                    <a:p>
                      <a:endParaRPr lang="en-US" sz="1800" dirty="0"/>
                    </a:p>
                    <a:p>
                      <a:endParaRPr lang="en-US" sz="1800" dirty="0"/>
                    </a:p>
                    <a:p>
                      <a:r>
                        <a:rPr lang="en-US" sz="1800" dirty="0"/>
                        <a:t>MODEL</a:t>
                      </a:r>
                    </a:p>
                  </a:txBody>
                  <a:tcPr>
                    <a:solidFill>
                      <a:schemeClr val="bg2">
                        <a:lumMod val="50000"/>
                        <a:lumOff val="50000"/>
                      </a:schemeClr>
                    </a:solidFill>
                  </a:tcPr>
                </a:tc>
                <a:tc>
                  <a:txBody>
                    <a:bodyPr/>
                    <a:lstStyle/>
                    <a:p>
                      <a:endParaRPr lang="en-US" sz="1800" dirty="0"/>
                    </a:p>
                    <a:p>
                      <a:endParaRPr lang="en-US" sz="1800" dirty="0"/>
                    </a:p>
                    <a:p>
                      <a:r>
                        <a:rPr lang="en-US" sz="1800" dirty="0"/>
                        <a:t>ACCURACY</a:t>
                      </a:r>
                    </a:p>
                  </a:txBody>
                  <a:tcPr>
                    <a:solidFill>
                      <a:schemeClr val="bg2">
                        <a:lumMod val="50000"/>
                        <a:lumOff val="50000"/>
                      </a:schemeClr>
                    </a:solidFill>
                  </a:tcPr>
                </a:tc>
                <a:tc>
                  <a:txBody>
                    <a:bodyPr/>
                    <a:lstStyle/>
                    <a:p>
                      <a:endParaRPr lang="en-US" sz="1800" dirty="0"/>
                    </a:p>
                    <a:p>
                      <a:endParaRPr lang="en-US" sz="1800" dirty="0"/>
                    </a:p>
                    <a:p>
                      <a:r>
                        <a:rPr lang="en-US" sz="1800" dirty="0"/>
                        <a:t>F1 SCORE</a:t>
                      </a:r>
                    </a:p>
                  </a:txBody>
                  <a:tcPr>
                    <a:solidFill>
                      <a:schemeClr val="bg2">
                        <a:lumMod val="50000"/>
                        <a:lumOff val="50000"/>
                      </a:schemeClr>
                    </a:solidFill>
                  </a:tcPr>
                </a:tc>
                <a:tc>
                  <a:txBody>
                    <a:bodyPr/>
                    <a:lstStyle/>
                    <a:p>
                      <a:endParaRPr lang="en-US" sz="1800" dirty="0"/>
                    </a:p>
                    <a:p>
                      <a:endParaRPr lang="en-US" sz="1800" dirty="0"/>
                    </a:p>
                    <a:p>
                      <a:r>
                        <a:rPr lang="en-US" sz="1800" dirty="0"/>
                        <a:t>MAE</a:t>
                      </a:r>
                    </a:p>
                  </a:txBody>
                  <a:tcPr>
                    <a:solidFill>
                      <a:schemeClr val="bg2">
                        <a:lumMod val="50000"/>
                        <a:lumOff val="50000"/>
                      </a:schemeClr>
                    </a:solidFill>
                  </a:tcPr>
                </a:tc>
                <a:extLst>
                  <a:ext uri="{0D108BD9-81ED-4DB2-BD59-A6C34878D82A}">
                    <a16:rowId xmlns:a16="http://schemas.microsoft.com/office/drawing/2014/main" val="97185341"/>
                  </a:ext>
                </a:extLst>
              </a:tr>
              <a:tr h="1362480">
                <a:tc>
                  <a:txBody>
                    <a:bodyPr/>
                    <a:lstStyle/>
                    <a:p>
                      <a:endParaRPr lang="en-US" sz="1800" b="1" dirty="0"/>
                    </a:p>
                    <a:p>
                      <a:r>
                        <a:rPr lang="en-US" sz="1800" b="1" dirty="0"/>
                        <a:t>BERT</a:t>
                      </a:r>
                      <a:endParaRPr lang="en-US" sz="1800" dirty="0"/>
                    </a:p>
                  </a:txBody>
                  <a:tcPr anchor="ctr">
                    <a:solidFill>
                      <a:schemeClr val="tx2">
                        <a:lumMod val="90000"/>
                      </a:schemeClr>
                    </a:solidFill>
                  </a:tcPr>
                </a:tc>
                <a:tc>
                  <a:txBody>
                    <a:bodyPr/>
                    <a:lstStyle/>
                    <a:p>
                      <a:endParaRPr lang="en-US" sz="1800" dirty="0"/>
                    </a:p>
                    <a:p>
                      <a:r>
                        <a:rPr lang="en-US" sz="1800" dirty="0"/>
                        <a:t>94.33</a:t>
                      </a:r>
                    </a:p>
                  </a:txBody>
                  <a:tcPr anchor="ctr">
                    <a:solidFill>
                      <a:schemeClr val="tx2">
                        <a:lumMod val="90000"/>
                      </a:schemeClr>
                    </a:solidFill>
                  </a:tcPr>
                </a:tc>
                <a:tc>
                  <a:txBody>
                    <a:bodyPr/>
                    <a:lstStyle/>
                    <a:p>
                      <a:endParaRPr lang="en-US" sz="1800" dirty="0"/>
                    </a:p>
                    <a:p>
                      <a:endParaRPr lang="en-US" sz="1800" dirty="0"/>
                    </a:p>
                    <a:p>
                      <a:r>
                        <a:rPr lang="en-US" sz="1800" dirty="0"/>
                        <a:t>0.9451</a:t>
                      </a:r>
                    </a:p>
                  </a:txBody>
                  <a:tcPr>
                    <a:solidFill>
                      <a:schemeClr val="tx2">
                        <a:lumMod val="90000"/>
                      </a:schemeClr>
                    </a:solidFill>
                  </a:tcPr>
                </a:tc>
                <a:tc>
                  <a:txBody>
                    <a:bodyPr/>
                    <a:lstStyle/>
                    <a:p>
                      <a:endParaRPr lang="en-US" sz="1800" dirty="0"/>
                    </a:p>
                    <a:p>
                      <a:endParaRPr lang="en-US" sz="1800" dirty="0"/>
                    </a:p>
                    <a:p>
                      <a:r>
                        <a:rPr lang="en-US" sz="1800" dirty="0"/>
                        <a:t>0.0672</a:t>
                      </a:r>
                    </a:p>
                  </a:txBody>
                  <a:tcPr>
                    <a:solidFill>
                      <a:schemeClr val="tx2">
                        <a:lumMod val="90000"/>
                      </a:schemeClr>
                    </a:solidFill>
                  </a:tcPr>
                </a:tc>
                <a:extLst>
                  <a:ext uri="{0D108BD9-81ED-4DB2-BD59-A6C34878D82A}">
                    <a16:rowId xmlns:a16="http://schemas.microsoft.com/office/drawing/2014/main" val="18079856"/>
                  </a:ext>
                </a:extLst>
              </a:tr>
              <a:tr h="1362480">
                <a:tc>
                  <a:txBody>
                    <a:bodyPr/>
                    <a:lstStyle/>
                    <a:p>
                      <a:endParaRPr lang="en-US" sz="1800" b="1" dirty="0"/>
                    </a:p>
                    <a:p>
                      <a:r>
                        <a:rPr lang="en-US" sz="1800" b="1" dirty="0"/>
                        <a:t>LSTM</a:t>
                      </a:r>
                      <a:endParaRPr lang="en-US" sz="1800" dirty="0"/>
                    </a:p>
                  </a:txBody>
                  <a:tcPr anchor="ctr">
                    <a:solidFill>
                      <a:schemeClr val="tx2">
                        <a:lumMod val="90000"/>
                      </a:schemeClr>
                    </a:solidFill>
                  </a:tcPr>
                </a:tc>
                <a:tc>
                  <a:txBody>
                    <a:bodyPr/>
                    <a:lstStyle/>
                    <a:p>
                      <a:endParaRPr lang="en-US" sz="1800" dirty="0"/>
                    </a:p>
                    <a:p>
                      <a:r>
                        <a:rPr lang="en-US" sz="1800" dirty="0"/>
                        <a:t>93.49</a:t>
                      </a:r>
                    </a:p>
                  </a:txBody>
                  <a:tcPr anchor="ctr">
                    <a:solidFill>
                      <a:schemeClr val="tx2">
                        <a:lumMod val="90000"/>
                      </a:schemeClr>
                    </a:solidFill>
                  </a:tcPr>
                </a:tc>
                <a:tc>
                  <a:txBody>
                    <a:bodyPr/>
                    <a:lstStyle/>
                    <a:p>
                      <a:pPr fontAlgn="base"/>
                      <a:endParaRPr lang="en-US" sz="1800" dirty="0">
                        <a:effectLst/>
                      </a:endParaRPr>
                    </a:p>
                    <a:p>
                      <a:pPr fontAlgn="base"/>
                      <a:r>
                        <a:rPr lang="en-US" sz="1800" dirty="0">
                          <a:effectLst/>
                        </a:rPr>
                        <a:t>0.9370</a:t>
                      </a:r>
                    </a:p>
                  </a:txBody>
                  <a:tcPr anchor="ctr">
                    <a:solidFill>
                      <a:schemeClr val="tx2">
                        <a:lumMod val="90000"/>
                      </a:schemeClr>
                    </a:solidFill>
                  </a:tcPr>
                </a:tc>
                <a:tc>
                  <a:txBody>
                    <a:bodyPr/>
                    <a:lstStyle/>
                    <a:p>
                      <a:endParaRPr lang="en-US" sz="1800" b="0" i="0" dirty="0">
                        <a:solidFill>
                          <a:srgbClr val="FFFFFF"/>
                        </a:solidFill>
                        <a:effectLst/>
                        <a:latin typeface="ui-sans-serif"/>
                      </a:endParaRPr>
                    </a:p>
                    <a:p>
                      <a:endParaRPr lang="en-US" sz="1800" b="0" i="0" dirty="0">
                        <a:solidFill>
                          <a:srgbClr val="FFFFFF"/>
                        </a:solidFill>
                        <a:effectLst/>
                        <a:latin typeface="ui-sans-serif"/>
                      </a:endParaRPr>
                    </a:p>
                    <a:p>
                      <a:r>
                        <a:rPr lang="en-US" sz="1800" b="0" i="0" dirty="0">
                          <a:solidFill>
                            <a:schemeClr val="bg1"/>
                          </a:solidFill>
                          <a:effectLst/>
                          <a:latin typeface="ui-sans-serif"/>
                        </a:rPr>
                        <a:t>0.0772</a:t>
                      </a:r>
                      <a:endParaRPr lang="en-US" sz="1800" dirty="0">
                        <a:solidFill>
                          <a:schemeClr val="bg1"/>
                        </a:solidFill>
                      </a:endParaRPr>
                    </a:p>
                  </a:txBody>
                  <a:tcPr>
                    <a:solidFill>
                      <a:schemeClr val="tx2">
                        <a:lumMod val="90000"/>
                      </a:schemeClr>
                    </a:solidFill>
                  </a:tcPr>
                </a:tc>
                <a:extLst>
                  <a:ext uri="{0D108BD9-81ED-4DB2-BD59-A6C34878D82A}">
                    <a16:rowId xmlns:a16="http://schemas.microsoft.com/office/drawing/2014/main" val="3893778010"/>
                  </a:ext>
                </a:extLst>
              </a:tr>
              <a:tr h="1362480">
                <a:tc>
                  <a:txBody>
                    <a:bodyPr/>
                    <a:lstStyle/>
                    <a:p>
                      <a:endParaRPr lang="en-US" sz="1800" b="1" dirty="0"/>
                    </a:p>
                    <a:p>
                      <a:endParaRPr lang="en-US" sz="1800" b="1" dirty="0"/>
                    </a:p>
                    <a:p>
                      <a:r>
                        <a:rPr lang="en-US" sz="1800" b="1" dirty="0"/>
                        <a:t>CNN</a:t>
                      </a:r>
                    </a:p>
                  </a:txBody>
                  <a:tcPr>
                    <a:solidFill>
                      <a:schemeClr val="tx2">
                        <a:lumMod val="90000"/>
                      </a:schemeClr>
                    </a:solidFill>
                  </a:tcPr>
                </a:tc>
                <a:tc>
                  <a:txBody>
                    <a:bodyPr/>
                    <a:lstStyle/>
                    <a:p>
                      <a:endParaRPr lang="en-US" sz="1800" dirty="0"/>
                    </a:p>
                    <a:p>
                      <a:endParaRPr lang="en-US" sz="1800" dirty="0"/>
                    </a:p>
                    <a:p>
                      <a:r>
                        <a:rPr lang="en-US" sz="1800" dirty="0"/>
                        <a:t>94.28</a:t>
                      </a:r>
                    </a:p>
                  </a:txBody>
                  <a:tcPr>
                    <a:solidFill>
                      <a:schemeClr val="tx2">
                        <a:lumMod val="90000"/>
                      </a:schemeClr>
                    </a:solidFill>
                  </a:tcPr>
                </a:tc>
                <a:tc>
                  <a:txBody>
                    <a:bodyPr/>
                    <a:lstStyle/>
                    <a:p>
                      <a:endParaRPr lang="en-US" sz="1800" dirty="0"/>
                    </a:p>
                    <a:p>
                      <a:endParaRPr lang="en-US" sz="1800" dirty="0"/>
                    </a:p>
                    <a:p>
                      <a:r>
                        <a:rPr lang="en-US" sz="1800" dirty="0"/>
                        <a:t>0.9446</a:t>
                      </a:r>
                    </a:p>
                  </a:txBody>
                  <a:tcPr>
                    <a:solidFill>
                      <a:schemeClr val="tx2">
                        <a:lumMod val="90000"/>
                      </a:schemeClr>
                    </a:solidFill>
                  </a:tcPr>
                </a:tc>
                <a:tc>
                  <a:txBody>
                    <a:bodyPr/>
                    <a:lstStyle/>
                    <a:p>
                      <a:endParaRPr lang="en-US" sz="1800" dirty="0"/>
                    </a:p>
                    <a:p>
                      <a:endParaRPr lang="en-US" sz="1800" dirty="0"/>
                    </a:p>
                    <a:p>
                      <a:r>
                        <a:rPr lang="en-US" sz="1800" dirty="0"/>
                        <a:t>0.0683</a:t>
                      </a:r>
                    </a:p>
                  </a:txBody>
                  <a:tcPr>
                    <a:solidFill>
                      <a:schemeClr val="tx2">
                        <a:lumMod val="90000"/>
                      </a:schemeClr>
                    </a:solidFill>
                  </a:tcPr>
                </a:tc>
                <a:extLst>
                  <a:ext uri="{0D108BD9-81ED-4DB2-BD59-A6C34878D82A}">
                    <a16:rowId xmlns:a16="http://schemas.microsoft.com/office/drawing/2014/main" val="862320204"/>
                  </a:ext>
                </a:extLst>
              </a:tr>
              <a:tr h="1362480">
                <a:tc>
                  <a:txBody>
                    <a:bodyPr/>
                    <a:lstStyle/>
                    <a:p>
                      <a:endParaRPr lang="en-US" sz="1800" b="1" dirty="0"/>
                    </a:p>
                    <a:p>
                      <a:endParaRPr lang="en-US" sz="1800" b="1" dirty="0"/>
                    </a:p>
                    <a:p>
                      <a:r>
                        <a:rPr lang="en-US" sz="1800" b="1" dirty="0"/>
                        <a:t>RNN</a:t>
                      </a:r>
                    </a:p>
                  </a:txBody>
                  <a:tcPr>
                    <a:solidFill>
                      <a:schemeClr val="tx2">
                        <a:lumMod val="90000"/>
                      </a:schemeClr>
                    </a:solidFill>
                  </a:tcPr>
                </a:tc>
                <a:tc>
                  <a:txBody>
                    <a:bodyPr/>
                    <a:lstStyle/>
                    <a:p>
                      <a:endParaRPr lang="en-US" sz="1800" dirty="0"/>
                    </a:p>
                    <a:p>
                      <a:endParaRPr lang="en-US" sz="1800" dirty="0"/>
                    </a:p>
                    <a:p>
                      <a:r>
                        <a:rPr lang="en-US" sz="1800" dirty="0"/>
                        <a:t>93.21</a:t>
                      </a:r>
                    </a:p>
                  </a:txBody>
                  <a:tcPr>
                    <a:solidFill>
                      <a:schemeClr val="tx2">
                        <a:lumMod val="90000"/>
                      </a:schemeClr>
                    </a:solidFill>
                  </a:tcPr>
                </a:tc>
                <a:tc>
                  <a:txBody>
                    <a:bodyPr/>
                    <a:lstStyle/>
                    <a:p>
                      <a:endParaRPr lang="en-US" sz="1800" dirty="0"/>
                    </a:p>
                    <a:p>
                      <a:endParaRPr lang="en-US" sz="1800" dirty="0"/>
                    </a:p>
                    <a:p>
                      <a:r>
                        <a:rPr lang="en-US" sz="1800" dirty="0"/>
                        <a:t>0.9345</a:t>
                      </a:r>
                    </a:p>
                  </a:txBody>
                  <a:tcPr>
                    <a:solidFill>
                      <a:schemeClr val="tx2">
                        <a:lumMod val="90000"/>
                      </a:schemeClr>
                    </a:solidFill>
                  </a:tcPr>
                </a:tc>
                <a:tc>
                  <a:txBody>
                    <a:bodyPr/>
                    <a:lstStyle/>
                    <a:p>
                      <a:endParaRPr lang="en-US" sz="1800" dirty="0"/>
                    </a:p>
                    <a:p>
                      <a:endParaRPr lang="en-US" sz="1800" dirty="0"/>
                    </a:p>
                    <a:p>
                      <a:r>
                        <a:rPr lang="en-US" sz="1800" dirty="0"/>
                        <a:t>0.0820</a:t>
                      </a:r>
                    </a:p>
                  </a:txBody>
                  <a:tcPr>
                    <a:solidFill>
                      <a:schemeClr val="tx2">
                        <a:lumMod val="90000"/>
                      </a:schemeClr>
                    </a:solidFill>
                  </a:tcPr>
                </a:tc>
                <a:extLst>
                  <a:ext uri="{0D108BD9-81ED-4DB2-BD59-A6C34878D82A}">
                    <a16:rowId xmlns:a16="http://schemas.microsoft.com/office/drawing/2014/main" val="2749882727"/>
                  </a:ext>
                </a:extLst>
              </a:tr>
            </a:tbl>
          </a:graphicData>
        </a:graphic>
      </p:graphicFrame>
    </p:spTree>
    <p:extLst>
      <p:ext uri="{BB962C8B-B14F-4D97-AF65-F5344CB8AC3E}">
        <p14:creationId xmlns:p14="http://schemas.microsoft.com/office/powerpoint/2010/main" val="3963223503"/>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10">
          <a:extLst>
            <a:ext uri="{FF2B5EF4-FFF2-40B4-BE49-F238E27FC236}">
              <a16:creationId xmlns:a16="http://schemas.microsoft.com/office/drawing/2014/main" id="{4E0AF250-03B5-3350-9CF5-357A3F7E7BC3}"/>
            </a:ext>
          </a:extLst>
        </p:cNvPr>
        <p:cNvGrpSpPr/>
        <p:nvPr/>
      </p:nvGrpSpPr>
      <p:grpSpPr>
        <a:xfrm>
          <a:off x="0" y="0"/>
          <a:ext cx="0" cy="0"/>
          <a:chOff x="0" y="0"/>
          <a:chExt cx="0" cy="0"/>
        </a:xfrm>
      </p:grpSpPr>
      <p:sp>
        <p:nvSpPr>
          <p:cNvPr id="312" name="Google Shape;312;p38">
            <a:extLst>
              <a:ext uri="{FF2B5EF4-FFF2-40B4-BE49-F238E27FC236}">
                <a16:creationId xmlns:a16="http://schemas.microsoft.com/office/drawing/2014/main" id="{46D814C1-3353-E438-11A1-97B10C734B94}"/>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30</a:t>
            </a:r>
            <a:endParaRPr dirty="0"/>
          </a:p>
        </p:txBody>
      </p:sp>
      <p:sp>
        <p:nvSpPr>
          <p:cNvPr id="313" name="Google Shape;313;p38">
            <a:extLst>
              <a:ext uri="{FF2B5EF4-FFF2-40B4-BE49-F238E27FC236}">
                <a16:creationId xmlns:a16="http://schemas.microsoft.com/office/drawing/2014/main" id="{9E752ADD-67B7-9274-699A-2C36FE988865}"/>
              </a:ext>
            </a:extLst>
          </p:cNvPr>
          <p:cNvSpPr txBox="1"/>
          <p:nvPr/>
        </p:nvSpPr>
        <p:spPr>
          <a:xfrm>
            <a:off x="1028700" y="448945"/>
            <a:ext cx="12108219" cy="1354217"/>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400" b="1" dirty="0">
                <a:solidFill>
                  <a:schemeClr val="tx2"/>
                </a:solidFill>
                <a:latin typeface="Times"/>
                <a:cs typeface="Times"/>
                <a:sym typeface="Times"/>
              </a:rPr>
              <a:t>RESULT</a:t>
            </a:r>
            <a:endParaRPr sz="4400" dirty="0">
              <a:solidFill>
                <a:schemeClr val="tx2"/>
              </a:solidFill>
            </a:endParaRPr>
          </a:p>
        </p:txBody>
      </p:sp>
      <p:pic>
        <p:nvPicPr>
          <p:cNvPr id="4" name="Picture 3" descr="A screenshot of a graph&#10;&#10;AI-generated content may be incorrect.">
            <a:extLst>
              <a:ext uri="{FF2B5EF4-FFF2-40B4-BE49-F238E27FC236}">
                <a16:creationId xmlns:a16="http://schemas.microsoft.com/office/drawing/2014/main" id="{E0D832CE-2955-AA9D-8623-79AAC6995671}"/>
              </a:ext>
            </a:extLst>
          </p:cNvPr>
          <p:cNvPicPr>
            <a:picLocks noChangeAspect="1"/>
          </p:cNvPicPr>
          <p:nvPr/>
        </p:nvPicPr>
        <p:blipFill>
          <a:blip r:embed="rId3"/>
          <a:stretch>
            <a:fillRect/>
          </a:stretch>
        </p:blipFill>
        <p:spPr>
          <a:xfrm>
            <a:off x="1028700" y="2314887"/>
            <a:ext cx="10986319" cy="549316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TextBox 5">
            <a:extLst>
              <a:ext uri="{FF2B5EF4-FFF2-40B4-BE49-F238E27FC236}">
                <a16:creationId xmlns:a16="http://schemas.microsoft.com/office/drawing/2014/main" id="{FFCD0AFE-B662-EC8D-0FC0-3E7969A01E5B}"/>
              </a:ext>
            </a:extLst>
          </p:cNvPr>
          <p:cNvSpPr txBox="1"/>
          <p:nvPr/>
        </p:nvSpPr>
        <p:spPr>
          <a:xfrm>
            <a:off x="12978580" y="4326194"/>
            <a:ext cx="4837471" cy="1323439"/>
          </a:xfrm>
          <a:prstGeom prst="rect">
            <a:avLst/>
          </a:prstGeom>
          <a:solidFill>
            <a:schemeClr val="accent6">
              <a:lumMod val="50000"/>
            </a:schemeClr>
          </a:solidFill>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2000" dirty="0">
                <a:solidFill>
                  <a:schemeClr val="tx1">
                    <a:lumMod val="95000"/>
                  </a:schemeClr>
                </a:solidFill>
              </a:rPr>
              <a:t>The bar chart illustrates the validation performance of each model, with Accuracy (blue) and F1 Score (green) and MAE(red).</a:t>
            </a:r>
          </a:p>
        </p:txBody>
      </p:sp>
      <p:sp>
        <p:nvSpPr>
          <p:cNvPr id="7" name="TextBox 6">
            <a:extLst>
              <a:ext uri="{FF2B5EF4-FFF2-40B4-BE49-F238E27FC236}">
                <a16:creationId xmlns:a16="http://schemas.microsoft.com/office/drawing/2014/main" id="{E41A6EB6-D4CA-0982-7D67-538958939A95}"/>
              </a:ext>
            </a:extLst>
          </p:cNvPr>
          <p:cNvSpPr txBox="1"/>
          <p:nvPr/>
        </p:nvSpPr>
        <p:spPr>
          <a:xfrm>
            <a:off x="4601497" y="7972113"/>
            <a:ext cx="4542503" cy="307777"/>
          </a:xfrm>
          <a:prstGeom prst="rect">
            <a:avLst/>
          </a:prstGeom>
          <a:noFill/>
        </p:spPr>
        <p:txBody>
          <a:bodyPr wrap="square" rtlCol="0">
            <a:spAutoFit/>
          </a:bodyPr>
          <a:lstStyle/>
          <a:p>
            <a:r>
              <a:rPr lang="en-US" dirty="0">
                <a:solidFill>
                  <a:schemeClr val="tx1">
                    <a:lumMod val="95000"/>
                  </a:schemeClr>
                </a:solidFill>
              </a:rPr>
              <a:t>MODEL COMPARISON BAR CHART</a:t>
            </a:r>
          </a:p>
        </p:txBody>
      </p:sp>
    </p:spTree>
    <p:extLst>
      <p:ext uri="{BB962C8B-B14F-4D97-AF65-F5344CB8AC3E}">
        <p14:creationId xmlns:p14="http://schemas.microsoft.com/office/powerpoint/2010/main" val="2407479547"/>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10">
          <a:extLst>
            <a:ext uri="{FF2B5EF4-FFF2-40B4-BE49-F238E27FC236}">
              <a16:creationId xmlns:a16="http://schemas.microsoft.com/office/drawing/2014/main" id="{DF1C0FD7-2B24-4BC1-BD7E-CB3CBD466781}"/>
            </a:ext>
          </a:extLst>
        </p:cNvPr>
        <p:cNvGrpSpPr/>
        <p:nvPr/>
      </p:nvGrpSpPr>
      <p:grpSpPr>
        <a:xfrm>
          <a:off x="0" y="0"/>
          <a:ext cx="0" cy="0"/>
          <a:chOff x="0" y="0"/>
          <a:chExt cx="0" cy="0"/>
        </a:xfrm>
      </p:grpSpPr>
      <p:sp>
        <p:nvSpPr>
          <p:cNvPr id="312" name="Google Shape;312;p38">
            <a:extLst>
              <a:ext uri="{FF2B5EF4-FFF2-40B4-BE49-F238E27FC236}">
                <a16:creationId xmlns:a16="http://schemas.microsoft.com/office/drawing/2014/main" id="{A8179760-4FD8-E0B2-196B-047F139C96CA}"/>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30</a:t>
            </a:r>
            <a:endParaRPr dirty="0"/>
          </a:p>
        </p:txBody>
      </p:sp>
      <p:sp>
        <p:nvSpPr>
          <p:cNvPr id="313" name="Google Shape;313;p38">
            <a:extLst>
              <a:ext uri="{FF2B5EF4-FFF2-40B4-BE49-F238E27FC236}">
                <a16:creationId xmlns:a16="http://schemas.microsoft.com/office/drawing/2014/main" id="{39304123-F694-202F-19A4-90DE2E0AE576}"/>
              </a:ext>
            </a:extLst>
          </p:cNvPr>
          <p:cNvSpPr txBox="1"/>
          <p:nvPr/>
        </p:nvSpPr>
        <p:spPr>
          <a:xfrm>
            <a:off x="1103021" y="448945"/>
            <a:ext cx="12033898" cy="1354217"/>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400" b="1" dirty="0">
                <a:solidFill>
                  <a:schemeClr val="tx2"/>
                </a:solidFill>
                <a:latin typeface="Times"/>
                <a:cs typeface="Times"/>
                <a:sym typeface="Times"/>
              </a:rPr>
              <a:t>RESULT</a:t>
            </a:r>
            <a:endParaRPr sz="4400" dirty="0">
              <a:solidFill>
                <a:schemeClr val="tx2"/>
              </a:solidFill>
            </a:endParaRPr>
          </a:p>
        </p:txBody>
      </p:sp>
      <p:pic>
        <p:nvPicPr>
          <p:cNvPr id="4" name="Picture 3" descr="A group of graphs with different colored lines&#10;&#10;AI-generated content may be incorrect.">
            <a:extLst>
              <a:ext uri="{FF2B5EF4-FFF2-40B4-BE49-F238E27FC236}">
                <a16:creationId xmlns:a16="http://schemas.microsoft.com/office/drawing/2014/main" id="{00EEDD71-7B83-C5CD-86AC-169D19336DFC}"/>
              </a:ext>
            </a:extLst>
          </p:cNvPr>
          <p:cNvPicPr>
            <a:picLocks noChangeAspect="1"/>
          </p:cNvPicPr>
          <p:nvPr/>
        </p:nvPicPr>
        <p:blipFill>
          <a:blip r:embed="rId3"/>
          <a:stretch>
            <a:fillRect/>
          </a:stretch>
        </p:blipFill>
        <p:spPr>
          <a:xfrm>
            <a:off x="1103021" y="2044509"/>
            <a:ext cx="10538373" cy="7025582"/>
          </a:xfrm>
          <a:prstGeom prst="rect">
            <a:avLst/>
          </a:prstGeom>
        </p:spPr>
      </p:pic>
      <p:sp>
        <p:nvSpPr>
          <p:cNvPr id="5" name="TextBox 4">
            <a:extLst>
              <a:ext uri="{FF2B5EF4-FFF2-40B4-BE49-F238E27FC236}">
                <a16:creationId xmlns:a16="http://schemas.microsoft.com/office/drawing/2014/main" id="{C78DBD90-45A6-F4C2-8FC7-1F70140F23FF}"/>
              </a:ext>
            </a:extLst>
          </p:cNvPr>
          <p:cNvSpPr txBox="1"/>
          <p:nvPr/>
        </p:nvSpPr>
        <p:spPr>
          <a:xfrm>
            <a:off x="13136919" y="4159046"/>
            <a:ext cx="4374333" cy="2154436"/>
          </a:xfrm>
          <a:prstGeom prst="rect">
            <a:avLst/>
          </a:prstGeom>
          <a:solidFill>
            <a:schemeClr val="accent6">
              <a:lumMod val="50000"/>
            </a:schemeClr>
          </a:solidFill>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2000" dirty="0">
                <a:solidFill>
                  <a:schemeClr val="tx1">
                    <a:lumMod val="95000"/>
                  </a:schemeClr>
                </a:solidFill>
              </a:rPr>
              <a:t>This figure presents four subplots depicting the evolution of (a) Accuracy, (b) F1 Score, (c) Loss, and (d) Mean Absolute Error (MAE) for training (solid lines) and validation (dashed lines) datasets.</a:t>
            </a:r>
          </a:p>
          <a:p>
            <a:endParaRPr lang="en-US" dirty="0"/>
          </a:p>
        </p:txBody>
      </p:sp>
      <p:sp>
        <p:nvSpPr>
          <p:cNvPr id="7" name="TextBox 6">
            <a:extLst>
              <a:ext uri="{FF2B5EF4-FFF2-40B4-BE49-F238E27FC236}">
                <a16:creationId xmlns:a16="http://schemas.microsoft.com/office/drawing/2014/main" id="{76711DAB-8852-427A-EA43-60F03F96743F}"/>
              </a:ext>
            </a:extLst>
          </p:cNvPr>
          <p:cNvSpPr txBox="1"/>
          <p:nvPr/>
        </p:nvSpPr>
        <p:spPr>
          <a:xfrm>
            <a:off x="4896464" y="9311438"/>
            <a:ext cx="3785419" cy="307777"/>
          </a:xfrm>
          <a:prstGeom prst="rect">
            <a:avLst/>
          </a:prstGeom>
          <a:noFill/>
        </p:spPr>
        <p:txBody>
          <a:bodyPr wrap="square" rtlCol="0">
            <a:spAutoFit/>
          </a:bodyPr>
          <a:lstStyle/>
          <a:p>
            <a:r>
              <a:rPr lang="en-US" dirty="0">
                <a:solidFill>
                  <a:schemeClr val="tx1">
                    <a:lumMod val="95000"/>
                  </a:schemeClr>
                </a:solidFill>
              </a:rPr>
              <a:t>TRAINING PROGRESS GRAPH</a:t>
            </a:r>
          </a:p>
        </p:txBody>
      </p:sp>
    </p:spTree>
    <p:extLst>
      <p:ext uri="{BB962C8B-B14F-4D97-AF65-F5344CB8AC3E}">
        <p14:creationId xmlns:p14="http://schemas.microsoft.com/office/powerpoint/2010/main" val="1171103716"/>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10">
          <a:extLst>
            <a:ext uri="{FF2B5EF4-FFF2-40B4-BE49-F238E27FC236}">
              <a16:creationId xmlns:a16="http://schemas.microsoft.com/office/drawing/2014/main" id="{FCE7AAD0-158F-C7FC-A9AA-9F95B8E34D06}"/>
            </a:ext>
          </a:extLst>
        </p:cNvPr>
        <p:cNvGrpSpPr/>
        <p:nvPr/>
      </p:nvGrpSpPr>
      <p:grpSpPr>
        <a:xfrm>
          <a:off x="0" y="0"/>
          <a:ext cx="0" cy="0"/>
          <a:chOff x="0" y="0"/>
          <a:chExt cx="0" cy="0"/>
        </a:xfrm>
      </p:grpSpPr>
      <p:sp>
        <p:nvSpPr>
          <p:cNvPr id="312" name="Google Shape;312;p38">
            <a:extLst>
              <a:ext uri="{FF2B5EF4-FFF2-40B4-BE49-F238E27FC236}">
                <a16:creationId xmlns:a16="http://schemas.microsoft.com/office/drawing/2014/main" id="{872C42ED-0883-9EF1-BD12-C99B87078B38}"/>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30</a:t>
            </a:r>
            <a:endParaRPr dirty="0"/>
          </a:p>
        </p:txBody>
      </p:sp>
      <p:sp>
        <p:nvSpPr>
          <p:cNvPr id="313" name="Google Shape;313;p38">
            <a:extLst>
              <a:ext uri="{FF2B5EF4-FFF2-40B4-BE49-F238E27FC236}">
                <a16:creationId xmlns:a16="http://schemas.microsoft.com/office/drawing/2014/main" id="{827D1C8F-573C-1A04-912E-6BB2976016BB}"/>
              </a:ext>
            </a:extLst>
          </p:cNvPr>
          <p:cNvSpPr txBox="1"/>
          <p:nvPr/>
        </p:nvSpPr>
        <p:spPr>
          <a:xfrm>
            <a:off x="1" y="467610"/>
            <a:ext cx="13136920" cy="1354217"/>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400" b="1" dirty="0">
                <a:solidFill>
                  <a:schemeClr val="tx2"/>
                </a:solidFill>
                <a:latin typeface="Times"/>
                <a:cs typeface="Times"/>
                <a:sym typeface="Times"/>
              </a:rPr>
              <a:t>RESULT</a:t>
            </a:r>
            <a:endParaRPr sz="4400" dirty="0">
              <a:solidFill>
                <a:schemeClr val="tx2"/>
              </a:solidFill>
            </a:endParaRPr>
          </a:p>
        </p:txBody>
      </p:sp>
      <p:sp>
        <p:nvSpPr>
          <p:cNvPr id="5" name="TextBox 4">
            <a:extLst>
              <a:ext uri="{FF2B5EF4-FFF2-40B4-BE49-F238E27FC236}">
                <a16:creationId xmlns:a16="http://schemas.microsoft.com/office/drawing/2014/main" id="{54CAD92B-8867-69B1-7EC1-3A6187628E0B}"/>
              </a:ext>
            </a:extLst>
          </p:cNvPr>
          <p:cNvSpPr txBox="1"/>
          <p:nvPr/>
        </p:nvSpPr>
        <p:spPr>
          <a:xfrm>
            <a:off x="12457471" y="1656024"/>
            <a:ext cx="5722374" cy="6555641"/>
          </a:xfrm>
          <a:prstGeom prst="rect">
            <a:avLst/>
          </a:prstGeom>
          <a:solidFill>
            <a:schemeClr val="accent6">
              <a:lumMod val="50000"/>
            </a:schemeClr>
          </a:solidFill>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Datasets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Left: Training dataset (10,000 samples)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Right: Validation dataset (2,500 samples)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Axes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Y-axis: True labels (0-4)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X-axis: Predicted labels (0-4)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Training Matrix Highlights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High diagonal dominance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Example: 7,881 true negatives predicted as 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Example: 7,704 true positives predicted as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Minimal off-diagonal errors (e.g., 104 misclassified as 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Validation Matrix Highlights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Strong diagonal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Example: 1,975 true negatives predicted as 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Example: 1,920 true positives predicted as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Slight increase in misclassifications (e.g., 276 as 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Performance Insight</a:t>
            </a:r>
            <a:r>
              <a:rPr kumimoji="0" lang="en-US" altLang="en-US" sz="2000" b="0" i="0" u="none" strike="noStrike" cap="none" normalizeH="0" baseline="0" dirty="0">
                <a:ln>
                  <a:noFill/>
                </a:ln>
                <a:solidFill>
                  <a:schemeClr val="tx1"/>
                </a:solidFill>
                <a:effectLst/>
                <a:latin typeface="Arial" panose="020B0604020202020204" pitchFamily="34" charset="0"/>
              </a:rPr>
              <a:t>: Indicates robust generalization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Overall Accuracy</a:t>
            </a:r>
            <a:r>
              <a:rPr kumimoji="0" lang="en-US" altLang="en-US" sz="2000" b="0" i="0" u="none" strike="noStrike" cap="none" normalizeH="0" baseline="0" dirty="0">
                <a:ln>
                  <a:noFill/>
                </a:ln>
                <a:solidFill>
                  <a:schemeClr val="tx1"/>
                </a:solidFill>
                <a:effectLst/>
                <a:latin typeface="Arial" panose="020B0604020202020204" pitchFamily="34" charset="0"/>
              </a:rPr>
              <a:t>: Approximately 94.3%</a:t>
            </a:r>
            <a:r>
              <a:rPr lang="en-US" sz="2000" dirty="0">
                <a:solidFill>
                  <a:schemeClr val="tx1">
                    <a:lumMod val="95000"/>
                  </a:schemeClr>
                </a:solidFill>
              </a:rPr>
              <a:t>.</a:t>
            </a:r>
            <a:endParaRPr lang="en-US" dirty="0"/>
          </a:p>
        </p:txBody>
      </p:sp>
      <p:sp>
        <p:nvSpPr>
          <p:cNvPr id="7" name="TextBox 6">
            <a:extLst>
              <a:ext uri="{FF2B5EF4-FFF2-40B4-BE49-F238E27FC236}">
                <a16:creationId xmlns:a16="http://schemas.microsoft.com/office/drawing/2014/main" id="{9A5292FE-5F9D-1DB4-2CC5-E433094C887E}"/>
              </a:ext>
            </a:extLst>
          </p:cNvPr>
          <p:cNvSpPr txBox="1"/>
          <p:nvPr/>
        </p:nvSpPr>
        <p:spPr>
          <a:xfrm>
            <a:off x="5014451" y="7914968"/>
            <a:ext cx="4798143" cy="307777"/>
          </a:xfrm>
          <a:prstGeom prst="rect">
            <a:avLst/>
          </a:prstGeom>
          <a:noFill/>
        </p:spPr>
        <p:txBody>
          <a:bodyPr wrap="square" rtlCol="0">
            <a:spAutoFit/>
          </a:bodyPr>
          <a:lstStyle/>
          <a:p>
            <a:r>
              <a:rPr lang="en-US" dirty="0">
                <a:solidFill>
                  <a:schemeClr val="tx1">
                    <a:lumMod val="95000"/>
                  </a:schemeClr>
                </a:solidFill>
              </a:rPr>
              <a:t>BERT CONFUSION MATRIX</a:t>
            </a:r>
          </a:p>
        </p:txBody>
      </p:sp>
      <p:pic>
        <p:nvPicPr>
          <p:cNvPr id="3" name="Picture 2" descr="A screenshot of a graph">
            <a:extLst>
              <a:ext uri="{FF2B5EF4-FFF2-40B4-BE49-F238E27FC236}">
                <a16:creationId xmlns:a16="http://schemas.microsoft.com/office/drawing/2014/main" id="{593941C8-32EE-984D-1F33-58994B8A4F7E}"/>
              </a:ext>
            </a:extLst>
          </p:cNvPr>
          <p:cNvPicPr>
            <a:picLocks noChangeAspect="1"/>
          </p:cNvPicPr>
          <p:nvPr/>
        </p:nvPicPr>
        <p:blipFill>
          <a:blip r:embed="rId3"/>
          <a:stretch>
            <a:fillRect/>
          </a:stretch>
        </p:blipFill>
        <p:spPr>
          <a:xfrm>
            <a:off x="0" y="2126427"/>
            <a:ext cx="12280490" cy="5614836"/>
          </a:xfrm>
          <a:prstGeom prst="rect">
            <a:avLst/>
          </a:prstGeom>
        </p:spPr>
      </p:pic>
    </p:spTree>
    <p:extLst>
      <p:ext uri="{BB962C8B-B14F-4D97-AF65-F5344CB8AC3E}">
        <p14:creationId xmlns:p14="http://schemas.microsoft.com/office/powerpoint/2010/main" val="3407456716"/>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10">
          <a:extLst>
            <a:ext uri="{FF2B5EF4-FFF2-40B4-BE49-F238E27FC236}">
              <a16:creationId xmlns:a16="http://schemas.microsoft.com/office/drawing/2014/main" id="{54C99CB2-9629-9561-C56E-70D3B901C0C3}"/>
            </a:ext>
          </a:extLst>
        </p:cNvPr>
        <p:cNvGrpSpPr/>
        <p:nvPr/>
      </p:nvGrpSpPr>
      <p:grpSpPr>
        <a:xfrm>
          <a:off x="0" y="0"/>
          <a:ext cx="0" cy="0"/>
          <a:chOff x="0" y="0"/>
          <a:chExt cx="0" cy="0"/>
        </a:xfrm>
      </p:grpSpPr>
      <p:sp>
        <p:nvSpPr>
          <p:cNvPr id="312" name="Google Shape;312;p38">
            <a:extLst>
              <a:ext uri="{FF2B5EF4-FFF2-40B4-BE49-F238E27FC236}">
                <a16:creationId xmlns:a16="http://schemas.microsoft.com/office/drawing/2014/main" id="{E0A9282C-774E-E114-54FC-351E66AE4710}"/>
              </a:ext>
            </a:extLst>
          </p:cNvPr>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30</a:t>
            </a:r>
            <a:endParaRPr dirty="0"/>
          </a:p>
        </p:txBody>
      </p:sp>
      <p:sp>
        <p:nvSpPr>
          <p:cNvPr id="313" name="Google Shape;313;p38">
            <a:extLst>
              <a:ext uri="{FF2B5EF4-FFF2-40B4-BE49-F238E27FC236}">
                <a16:creationId xmlns:a16="http://schemas.microsoft.com/office/drawing/2014/main" id="{BBB4F384-17A2-EAA8-138E-068ECCA56CD8}"/>
              </a:ext>
            </a:extLst>
          </p:cNvPr>
          <p:cNvSpPr txBox="1"/>
          <p:nvPr/>
        </p:nvSpPr>
        <p:spPr>
          <a:xfrm>
            <a:off x="1103021" y="458777"/>
            <a:ext cx="12033898" cy="1354217"/>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400" b="1" dirty="0">
                <a:solidFill>
                  <a:schemeClr val="tx2"/>
                </a:solidFill>
                <a:latin typeface="Times"/>
                <a:cs typeface="Times"/>
                <a:sym typeface="Times"/>
              </a:rPr>
              <a:t>RESULT</a:t>
            </a:r>
            <a:endParaRPr sz="4400" dirty="0">
              <a:solidFill>
                <a:schemeClr val="tx2"/>
              </a:solidFill>
            </a:endParaRPr>
          </a:p>
        </p:txBody>
      </p:sp>
      <p:sp>
        <p:nvSpPr>
          <p:cNvPr id="5" name="TextBox 4">
            <a:extLst>
              <a:ext uri="{FF2B5EF4-FFF2-40B4-BE49-F238E27FC236}">
                <a16:creationId xmlns:a16="http://schemas.microsoft.com/office/drawing/2014/main" id="{3A827B77-616D-4509-92FB-ABF77E233B36}"/>
              </a:ext>
            </a:extLst>
          </p:cNvPr>
          <p:cNvSpPr txBox="1"/>
          <p:nvPr/>
        </p:nvSpPr>
        <p:spPr>
          <a:xfrm>
            <a:off x="12201832" y="2546554"/>
            <a:ext cx="5860026" cy="5232202"/>
          </a:xfrm>
          <a:prstGeom prst="rect">
            <a:avLst/>
          </a:prstGeom>
          <a:solidFill>
            <a:schemeClr val="accent6">
              <a:lumMod val="50000"/>
            </a:schemeClr>
          </a:solidFill>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marL="285750" indent="-285750">
              <a:buClr>
                <a:schemeClr val="tx1"/>
              </a:buClr>
              <a:buFont typeface="Wingdings" panose="05000000000000000000" pitchFamily="2" charset="2"/>
              <a:buChar char="Ø"/>
            </a:pPr>
            <a:r>
              <a:rPr lang="en-US" sz="1600" b="1" dirty="0"/>
              <a:t>Figure Description</a:t>
            </a:r>
            <a:r>
              <a:rPr lang="en-US" sz="1600" dirty="0"/>
              <a:t>: Bar chart showing sentiment label (0-4) distribution across six aspects</a:t>
            </a:r>
          </a:p>
          <a:p>
            <a:pPr marL="285750" indent="-285750">
              <a:buClr>
                <a:schemeClr val="tx1"/>
              </a:buClr>
              <a:buFont typeface="Wingdings" panose="05000000000000000000" pitchFamily="2" charset="2"/>
              <a:buChar char="Ø"/>
            </a:pPr>
            <a:r>
              <a:rPr lang="en-US" sz="1600" b="1" dirty="0"/>
              <a:t>Aspect Categories</a:t>
            </a:r>
            <a:r>
              <a:rPr lang="en-US" sz="1600" dirty="0"/>
              <a:t>: Side effects, Doctor, Effectiveness, Dosage, Treatment, Cost</a:t>
            </a:r>
          </a:p>
          <a:p>
            <a:pPr marL="285750" indent="-285750">
              <a:buClr>
                <a:schemeClr val="tx1"/>
              </a:buClr>
              <a:buFont typeface="Wingdings" panose="05000000000000000000" pitchFamily="2" charset="2"/>
              <a:buChar char="Ø"/>
            </a:pPr>
            <a:r>
              <a:rPr lang="en-US" sz="1600" b="1" dirty="0"/>
              <a:t>Labels</a:t>
            </a:r>
            <a:r>
              <a:rPr lang="en-US" sz="1600" dirty="0"/>
              <a:t>: 0 (lightest), 1 (light pink), 2 (medium pink), 3 (dark pink), 4 (darkest)</a:t>
            </a:r>
          </a:p>
          <a:p>
            <a:r>
              <a:rPr lang="en-US" sz="1600" b="1" dirty="0"/>
              <a:t>Key Highlights</a:t>
            </a:r>
            <a:r>
              <a:rPr lang="en-US" sz="1600" dirty="0"/>
              <a:t>: </a:t>
            </a:r>
          </a:p>
          <a:p>
            <a:pPr marL="800100" lvl="1" indent="-342900">
              <a:buClr>
                <a:schemeClr val="tx1"/>
              </a:buClr>
              <a:buFont typeface="+mj-lt"/>
              <a:buAutoNum type="arabicPeriod"/>
            </a:pPr>
            <a:r>
              <a:rPr lang="en-US" sz="1600" dirty="0">
                <a:solidFill>
                  <a:schemeClr val="tx1"/>
                </a:solidFill>
              </a:rPr>
              <a:t>Side Effects: Peaks at Label 4 (~10,000), with Label 0 (~4,000), 1 (~1,500), 2 (~1,000)</a:t>
            </a:r>
          </a:p>
          <a:p>
            <a:pPr marL="800100" lvl="1" indent="-342900">
              <a:buClr>
                <a:schemeClr val="tx1"/>
              </a:buClr>
              <a:buFont typeface="+mj-lt"/>
              <a:buAutoNum type="arabicPeriod"/>
            </a:pPr>
            <a:r>
              <a:rPr lang="en-US" sz="1600" dirty="0">
                <a:solidFill>
                  <a:schemeClr val="tx1"/>
                </a:solidFill>
              </a:rPr>
              <a:t>Doctor: Dominated by Label 1 (~9,000), minimal others</a:t>
            </a:r>
          </a:p>
          <a:p>
            <a:pPr marL="800100" lvl="1" indent="-342900">
              <a:buClr>
                <a:schemeClr val="tx1"/>
              </a:buClr>
              <a:buFont typeface="+mj-lt"/>
              <a:buAutoNum type="arabicPeriod"/>
            </a:pPr>
            <a:r>
              <a:rPr lang="en-US" sz="1600" dirty="0">
                <a:solidFill>
                  <a:schemeClr val="tx1"/>
                </a:solidFill>
              </a:rPr>
              <a:t>Effectiveness: Highest Label 1 (~9,000), notable 0 (~3,000), 3 (~5,000)</a:t>
            </a:r>
          </a:p>
          <a:p>
            <a:pPr marL="800100" lvl="1" indent="-342900">
              <a:buClr>
                <a:schemeClr val="tx1"/>
              </a:buClr>
              <a:buFont typeface="+mj-lt"/>
              <a:buAutoNum type="arabicPeriod"/>
            </a:pPr>
            <a:r>
              <a:rPr lang="en-US" sz="1600" dirty="0">
                <a:solidFill>
                  <a:schemeClr val="tx1"/>
                </a:solidFill>
              </a:rPr>
              <a:t>Dosage: Led by Label 3 (~5,000), lower others</a:t>
            </a:r>
          </a:p>
          <a:p>
            <a:pPr marL="800100" lvl="1" indent="-342900">
              <a:buClr>
                <a:schemeClr val="tx1"/>
              </a:buClr>
              <a:buFont typeface="+mj-lt"/>
              <a:buAutoNum type="arabicPeriod"/>
            </a:pPr>
            <a:r>
              <a:rPr lang="en-US" sz="1600" dirty="0">
                <a:solidFill>
                  <a:schemeClr val="tx1"/>
                </a:solidFill>
              </a:rPr>
              <a:t>Treatment: Peak Label 3 (~2,000), moderate 0 (~1,500), 1 (~1,000)</a:t>
            </a:r>
          </a:p>
          <a:p>
            <a:pPr marL="800100" lvl="1" indent="-342900">
              <a:buClr>
                <a:schemeClr val="tx1"/>
              </a:buClr>
              <a:buFont typeface="+mj-lt"/>
              <a:buAutoNum type="arabicPeriod"/>
            </a:pPr>
            <a:r>
              <a:rPr lang="en-US" sz="1600" dirty="0">
                <a:solidFill>
                  <a:schemeClr val="tx1"/>
                </a:solidFill>
              </a:rPr>
              <a:t>Cost: Dominated by Label 3 (~2,000), minimal others</a:t>
            </a:r>
          </a:p>
          <a:p>
            <a:pPr>
              <a:buClr>
                <a:schemeClr val="tx1"/>
              </a:buClr>
              <a:buFont typeface="Arial" panose="020B0604020202020204" pitchFamily="34" charset="0"/>
              <a:buChar char="•"/>
            </a:pPr>
            <a:r>
              <a:rPr lang="en-US" sz="1600" b="1" dirty="0"/>
              <a:t>Key Insight</a:t>
            </a:r>
            <a:r>
              <a:rPr lang="en-US" sz="1600" dirty="0"/>
              <a:t>: Diverse distributions, with side effects and effectiveness varying widely, doctor and cost skewed to specific labels</a:t>
            </a:r>
          </a:p>
          <a:p>
            <a:endParaRPr lang="en-US" dirty="0"/>
          </a:p>
        </p:txBody>
      </p:sp>
      <p:sp>
        <p:nvSpPr>
          <p:cNvPr id="7" name="TextBox 6">
            <a:extLst>
              <a:ext uri="{FF2B5EF4-FFF2-40B4-BE49-F238E27FC236}">
                <a16:creationId xmlns:a16="http://schemas.microsoft.com/office/drawing/2014/main" id="{34000E23-D808-22F9-2D39-0496DCD6482B}"/>
              </a:ext>
            </a:extLst>
          </p:cNvPr>
          <p:cNvSpPr txBox="1"/>
          <p:nvPr/>
        </p:nvSpPr>
        <p:spPr>
          <a:xfrm>
            <a:off x="4827639" y="8013290"/>
            <a:ext cx="3982063" cy="307777"/>
          </a:xfrm>
          <a:prstGeom prst="rect">
            <a:avLst/>
          </a:prstGeom>
          <a:noFill/>
        </p:spPr>
        <p:txBody>
          <a:bodyPr wrap="square" rtlCol="0">
            <a:spAutoFit/>
          </a:bodyPr>
          <a:lstStyle/>
          <a:p>
            <a:r>
              <a:rPr lang="en-US" dirty="0">
                <a:solidFill>
                  <a:schemeClr val="tx1">
                    <a:lumMod val="95000"/>
                  </a:schemeClr>
                </a:solidFill>
              </a:rPr>
              <a:t>ASPECT CATEGORY DISTRIBUTION </a:t>
            </a:r>
          </a:p>
        </p:txBody>
      </p:sp>
      <p:pic>
        <p:nvPicPr>
          <p:cNvPr id="3" name="Picture 2" descr="A graph of different colored squares">
            <a:extLst>
              <a:ext uri="{FF2B5EF4-FFF2-40B4-BE49-F238E27FC236}">
                <a16:creationId xmlns:a16="http://schemas.microsoft.com/office/drawing/2014/main" id="{FD9AD864-6B26-0880-A865-30C9D66754EA}"/>
              </a:ext>
            </a:extLst>
          </p:cNvPr>
          <p:cNvPicPr>
            <a:picLocks noChangeAspect="1"/>
          </p:cNvPicPr>
          <p:nvPr/>
        </p:nvPicPr>
        <p:blipFill>
          <a:blip r:embed="rId3"/>
          <a:stretch>
            <a:fillRect/>
          </a:stretch>
        </p:blipFill>
        <p:spPr>
          <a:xfrm>
            <a:off x="1012712" y="2400294"/>
            <a:ext cx="10972822" cy="5486411"/>
          </a:xfrm>
          <a:prstGeom prst="rect">
            <a:avLst/>
          </a:prstGeom>
        </p:spPr>
      </p:pic>
    </p:spTree>
    <p:extLst>
      <p:ext uri="{BB962C8B-B14F-4D97-AF65-F5344CB8AC3E}">
        <p14:creationId xmlns:p14="http://schemas.microsoft.com/office/powerpoint/2010/main" val="72478864"/>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10"/>
        <p:cNvGrpSpPr/>
        <p:nvPr/>
      </p:nvGrpSpPr>
      <p:grpSpPr>
        <a:xfrm>
          <a:off x="0" y="0"/>
          <a:ext cx="0" cy="0"/>
          <a:chOff x="0" y="0"/>
          <a:chExt cx="0" cy="0"/>
        </a:xfrm>
      </p:grpSpPr>
      <p:sp useBgFill="1">
        <p:nvSpPr>
          <p:cNvPr id="322" name="Rectangle 321">
            <a:extLst>
              <a:ext uri="{FF2B5EF4-FFF2-40B4-BE49-F238E27FC236}">
                <a16:creationId xmlns:a16="http://schemas.microsoft.com/office/drawing/2014/main" id="{F5897CCA-486C-491C-B4C1-5E5C95A82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Google Shape;313;p38"/>
          <p:cNvSpPr txBox="1"/>
          <p:nvPr/>
        </p:nvSpPr>
        <p:spPr>
          <a:xfrm>
            <a:off x="1337187" y="-314632"/>
            <a:ext cx="9445703" cy="3323303"/>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5400" b="1" kern="1200" dirty="0">
                <a:solidFill>
                  <a:schemeClr val="tx1"/>
                </a:solidFill>
                <a:latin typeface="Times" panose="02020603050405020304" pitchFamily="18" charset="0"/>
                <a:ea typeface="+mj-ea"/>
                <a:cs typeface="Times" panose="02020603050405020304" pitchFamily="18" charset="0"/>
                <a:sym typeface="Times"/>
              </a:rPr>
              <a:t>CONCLUSION</a:t>
            </a:r>
            <a:endParaRPr lang="en-US" sz="5400" kern="1200" dirty="0">
              <a:solidFill>
                <a:schemeClr val="tx1"/>
              </a:solidFill>
              <a:latin typeface="Times" panose="02020603050405020304" pitchFamily="18" charset="0"/>
              <a:ea typeface="+mj-ea"/>
              <a:cs typeface="Times" panose="02020603050405020304" pitchFamily="18" charset="0"/>
            </a:endParaRPr>
          </a:p>
        </p:txBody>
      </p:sp>
      <p:sp>
        <p:nvSpPr>
          <p:cNvPr id="312" name="Google Shape;312;p38"/>
          <p:cNvSpPr txBox="1"/>
          <p:nvPr/>
        </p:nvSpPr>
        <p:spPr>
          <a:xfrm>
            <a:off x="16918147" y="9134475"/>
            <a:ext cx="682307" cy="815608"/>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600"/>
              </a:spcAft>
              <a:buNone/>
            </a:pPr>
            <a:r>
              <a:rPr lang="en-IN" sz="3000">
                <a:solidFill>
                  <a:srgbClr val="333333"/>
                </a:solidFill>
                <a:latin typeface="Poppins Medium"/>
                <a:cs typeface="Poppins Medium"/>
                <a:sym typeface="Poppins Medium"/>
              </a:rPr>
              <a:t>30</a:t>
            </a:r>
            <a:endParaRPr lang="en-IN"/>
          </a:p>
        </p:txBody>
      </p:sp>
      <p:graphicFrame>
        <p:nvGraphicFramePr>
          <p:cNvPr id="316" name="Google Shape;314;p38">
            <a:extLst>
              <a:ext uri="{FF2B5EF4-FFF2-40B4-BE49-F238E27FC236}">
                <a16:creationId xmlns:a16="http://schemas.microsoft.com/office/drawing/2014/main" id="{72EB3067-60FE-3FE1-8C4D-E7D9307F1D49}"/>
              </a:ext>
            </a:extLst>
          </p:cNvPr>
          <p:cNvGraphicFramePr/>
          <p:nvPr>
            <p:extLst>
              <p:ext uri="{D42A27DB-BD31-4B8C-83A1-F6EECF244321}">
                <p14:modId xmlns:p14="http://schemas.microsoft.com/office/powerpoint/2010/main" val="368411542"/>
              </p:ext>
            </p:extLst>
          </p:nvPr>
        </p:nvGraphicFramePr>
        <p:xfrm>
          <a:off x="1435510" y="2713703"/>
          <a:ext cx="14482916" cy="6479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18"/>
        <p:cNvGrpSpPr/>
        <p:nvPr/>
      </p:nvGrpSpPr>
      <p:grpSpPr>
        <a:xfrm>
          <a:off x="0" y="0"/>
          <a:ext cx="0" cy="0"/>
          <a:chOff x="0" y="0"/>
          <a:chExt cx="0" cy="0"/>
        </a:xfrm>
      </p:grpSpPr>
      <p:sp>
        <p:nvSpPr>
          <p:cNvPr id="320" name="Google Shape;320;p39"/>
          <p:cNvSpPr txBox="1"/>
          <p:nvPr/>
        </p:nvSpPr>
        <p:spPr>
          <a:xfrm>
            <a:off x="16918147" y="9134475"/>
            <a:ext cx="682307"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31</a:t>
            </a:r>
            <a:endParaRPr dirty="0"/>
          </a:p>
        </p:txBody>
      </p:sp>
      <p:sp>
        <p:nvSpPr>
          <p:cNvPr id="321" name="Google Shape;321;p39"/>
          <p:cNvSpPr txBox="1"/>
          <p:nvPr/>
        </p:nvSpPr>
        <p:spPr>
          <a:xfrm>
            <a:off x="956441" y="388883"/>
            <a:ext cx="12201497" cy="1231106"/>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4000" b="1" dirty="0">
                <a:solidFill>
                  <a:schemeClr val="tx2"/>
                </a:solidFill>
                <a:latin typeface="Times"/>
                <a:ea typeface="Times"/>
                <a:cs typeface="Times"/>
                <a:sym typeface="Times"/>
              </a:rPr>
              <a:t>FUTURE SCOPE</a:t>
            </a:r>
            <a:endParaRPr sz="4000" dirty="0">
              <a:solidFill>
                <a:schemeClr val="tx2"/>
              </a:solidFill>
            </a:endParaRPr>
          </a:p>
        </p:txBody>
      </p:sp>
      <p:graphicFrame>
        <p:nvGraphicFramePr>
          <p:cNvPr id="330" name="Google Shape;322;p39">
            <a:extLst>
              <a:ext uri="{FF2B5EF4-FFF2-40B4-BE49-F238E27FC236}">
                <a16:creationId xmlns:a16="http://schemas.microsoft.com/office/drawing/2014/main" id="{7ED39EB4-5BB3-A82D-CBD3-B65AA119C32E}"/>
              </a:ext>
            </a:extLst>
          </p:cNvPr>
          <p:cNvGraphicFramePr/>
          <p:nvPr>
            <p:extLst>
              <p:ext uri="{D42A27DB-BD31-4B8C-83A1-F6EECF244321}">
                <p14:modId xmlns:p14="http://schemas.microsoft.com/office/powerpoint/2010/main" val="1616637895"/>
              </p:ext>
            </p:extLst>
          </p:nvPr>
        </p:nvGraphicFramePr>
        <p:xfrm>
          <a:off x="1049719" y="2123090"/>
          <a:ext cx="16157081" cy="76020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26"/>
        <p:cNvGrpSpPr/>
        <p:nvPr/>
      </p:nvGrpSpPr>
      <p:grpSpPr>
        <a:xfrm>
          <a:off x="0" y="0"/>
          <a:ext cx="0" cy="0"/>
          <a:chOff x="0" y="0"/>
          <a:chExt cx="0" cy="0"/>
        </a:xfrm>
      </p:grpSpPr>
      <p:sp>
        <p:nvSpPr>
          <p:cNvPr id="328" name="Google Shape;328;p40"/>
          <p:cNvSpPr txBox="1"/>
          <p:nvPr/>
        </p:nvSpPr>
        <p:spPr>
          <a:xfrm>
            <a:off x="16918147" y="9134475"/>
            <a:ext cx="682200" cy="738664"/>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IN" sz="3000" dirty="0">
                <a:solidFill>
                  <a:srgbClr val="333333"/>
                </a:solidFill>
                <a:latin typeface="Poppins Medium"/>
                <a:cs typeface="Poppins Medium"/>
                <a:sym typeface="Poppins Medium"/>
              </a:rPr>
              <a:t>32</a:t>
            </a:r>
            <a:endParaRPr dirty="0"/>
          </a:p>
        </p:txBody>
      </p:sp>
      <p:sp>
        <p:nvSpPr>
          <p:cNvPr id="329" name="Google Shape;329;p40"/>
          <p:cNvSpPr txBox="1"/>
          <p:nvPr/>
        </p:nvSpPr>
        <p:spPr>
          <a:xfrm>
            <a:off x="884902" y="-196645"/>
            <a:ext cx="12220568" cy="1046184"/>
          </a:xfrm>
          <a:prstGeom prst="rect">
            <a:avLst/>
          </a:prstGeom>
          <a:noFill/>
          <a:ln>
            <a:noFill/>
          </a:ln>
        </p:spPr>
        <p:txBody>
          <a:bodyPr spcFirstLastPara="1" wrap="square" lIns="0" tIns="0" rIns="0" bIns="0" anchor="t" anchorCtr="0">
            <a:spAutoFit/>
          </a:bodyPr>
          <a:lstStyle/>
          <a:p>
            <a:pPr marL="0" marR="0" lvl="0" indent="0" algn="l" rtl="0">
              <a:lnSpc>
                <a:spcPct val="200029"/>
              </a:lnSpc>
              <a:spcBef>
                <a:spcPts val="0"/>
              </a:spcBef>
              <a:spcAft>
                <a:spcPts val="0"/>
              </a:spcAft>
              <a:buNone/>
            </a:pPr>
            <a:r>
              <a:rPr lang="en-IN" sz="3399" b="1" dirty="0">
                <a:solidFill>
                  <a:schemeClr val="tx2"/>
                </a:solidFill>
                <a:latin typeface="Times"/>
                <a:ea typeface="Times"/>
                <a:cs typeface="Times"/>
                <a:sym typeface="Times"/>
              </a:rPr>
              <a:t>REFERENCES</a:t>
            </a:r>
            <a:endParaRPr sz="3399" b="1" dirty="0">
              <a:solidFill>
                <a:schemeClr val="tx2"/>
              </a:solidFill>
              <a:latin typeface="Times"/>
              <a:ea typeface="Times"/>
              <a:cs typeface="Times"/>
              <a:sym typeface="Times"/>
            </a:endParaRPr>
          </a:p>
        </p:txBody>
      </p:sp>
      <p:sp>
        <p:nvSpPr>
          <p:cNvPr id="330" name="Google Shape;330;p40"/>
          <p:cNvSpPr txBox="1"/>
          <p:nvPr/>
        </p:nvSpPr>
        <p:spPr>
          <a:xfrm>
            <a:off x="1028701" y="1682721"/>
            <a:ext cx="14973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03C3B972-6408-DE66-D5EC-3B9C99C9595F}"/>
              </a:ext>
            </a:extLst>
          </p:cNvPr>
          <p:cNvSpPr>
            <a:spLocks noChangeArrowheads="1"/>
          </p:cNvSpPr>
          <p:nvPr/>
        </p:nvSpPr>
        <p:spPr bwMode="auto">
          <a:xfrm rot="10800000" flipV="1">
            <a:off x="776747" y="638731"/>
            <a:ext cx="15713979" cy="10341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sz="1800" dirty="0">
                <a:solidFill>
                  <a:schemeClr val="tx2"/>
                </a:solidFill>
              </a:rPr>
              <a:t>1. A. Aman, H. Gupta, M. </a:t>
            </a:r>
            <a:r>
              <a:rPr lang="en-US" sz="1800" dirty="0" err="1">
                <a:solidFill>
                  <a:schemeClr val="tx2"/>
                </a:solidFill>
              </a:rPr>
              <a:t>Kharub</a:t>
            </a:r>
            <a:r>
              <a:rPr lang="en-US" sz="1800" dirty="0">
                <a:solidFill>
                  <a:schemeClr val="tx2"/>
                </a:solidFill>
              </a:rPr>
              <a:t>, and O. McDermott, “Enablers for Implementing Big data analytics in the Healthcare industry: Prioritization, classification, and implications for sustainable competitive Advantages,” IEEE Transactions on Engineering Management, pp. 1–37, 1 2024. [Online]. Available: </a:t>
            </a:r>
            <a:r>
              <a:rPr lang="en-US" sz="1800" dirty="0">
                <a:solidFill>
                  <a:schemeClr val="tx2"/>
                </a:solidFill>
                <a:hlinkClick r:id="rId3">
                  <a:extLst>
                    <a:ext uri="{A12FA001-AC4F-418D-AE19-62706E023703}">
                      <ahyp:hlinkClr xmlns:ahyp="http://schemas.microsoft.com/office/drawing/2018/hyperlinkcolor" val="tx"/>
                    </a:ext>
                  </a:extLst>
                </a:hlinkClick>
              </a:rPr>
              <a:t>https://doi.org/10.1109/tem.2024.3416409</a:t>
            </a:r>
            <a:endParaRPr lang="en-US" sz="1800" dirty="0">
              <a:solidFill>
                <a:schemeClr val="tx2"/>
              </a:solidFil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sz="1800" dirty="0">
              <a:solidFill>
                <a:schemeClr val="tx2"/>
              </a:solidFill>
            </a:endParaRPr>
          </a:p>
          <a:p>
            <a:pPr marL="0" marR="0" lvl="0" indent="0" algn="l" defTabSz="914400" rtl="0" eaLnBrk="0" fontAlgn="base" latinLnBrk="0" hangingPunct="0">
              <a:lnSpc>
                <a:spcPct val="100000"/>
              </a:lnSpc>
              <a:spcBef>
                <a:spcPct val="0"/>
              </a:spcBef>
              <a:spcAft>
                <a:spcPct val="0"/>
              </a:spcAft>
              <a:buClrTx/>
              <a:buSzTx/>
              <a:tabLst/>
            </a:pPr>
            <a:r>
              <a:rPr lang="en-US" sz="1800" dirty="0">
                <a:solidFill>
                  <a:schemeClr val="tx2"/>
                </a:solidFill>
              </a:rPr>
              <a:t>2. N. Pavithra and N. Afza, “Harnessing the power of artificial intelligence and robotics impact on attaining competitive advantage for sustainable development in hospitals with conclusions for future research approaches.” vol. 19, p. Doc15. [Online] 2024. Available: </a:t>
            </a:r>
            <a:r>
              <a:rPr lang="en-US" sz="1800" dirty="0">
                <a:solidFill>
                  <a:schemeClr val="tx2"/>
                </a:solidFill>
                <a:hlinkClick r:id="rId4">
                  <a:extLst>
                    <a:ext uri="{A12FA001-AC4F-418D-AE19-62706E023703}">
                      <ahyp:hlinkClr xmlns:ahyp="http://schemas.microsoft.com/office/drawing/2018/hyperlinkcolor" val="tx"/>
                    </a:ext>
                  </a:extLst>
                </a:hlinkClick>
              </a:rPr>
              <a:t>https://pubmed.ncbi.nlm.nih.gov/38655121</a:t>
            </a:r>
            <a:endParaRPr lang="en-US" sz="1800" dirty="0">
              <a:solidFill>
                <a:schemeClr val="tx2"/>
              </a:solidFill>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sz="1800" dirty="0"/>
          </a:p>
          <a:p>
            <a:pPr marL="0" marR="0" lvl="0" indent="0" algn="l" defTabSz="914400" rtl="0" eaLnBrk="0" fontAlgn="base" latinLnBrk="0" hangingPunct="0">
              <a:lnSpc>
                <a:spcPct val="100000"/>
              </a:lnSpc>
              <a:spcBef>
                <a:spcPct val="0"/>
              </a:spcBef>
              <a:spcAft>
                <a:spcPct val="0"/>
              </a:spcAft>
              <a:buClrTx/>
              <a:buSzTx/>
              <a:tabLst/>
            </a:pPr>
            <a:r>
              <a:rPr lang="en-US" sz="1800" dirty="0">
                <a:solidFill>
                  <a:schemeClr val="tx1"/>
                </a:solidFill>
              </a:rPr>
              <a:t>3. </a:t>
            </a:r>
            <a:r>
              <a:rPr lang="en-US" sz="1800" dirty="0">
                <a:solidFill>
                  <a:schemeClr val="tx2"/>
                </a:solidFill>
              </a:rPr>
              <a:t>H. J. Lee, M. Lee, H. Lee, and R. A. Cruz, “Mining service quality feedback from social media: A computational analytics method,” Government Information Quarterly, vol. 38, no. 2, p. 101571, 2021.</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sz="1800" dirty="0">
              <a:solidFill>
                <a:schemeClr val="tx2"/>
              </a:solidFill>
            </a:endParaRPr>
          </a:p>
          <a:p>
            <a:pPr marL="0" marR="0" lvl="0" indent="0" algn="l" defTabSz="914400" rtl="0" eaLnBrk="0" fontAlgn="base" latinLnBrk="0" hangingPunct="0">
              <a:lnSpc>
                <a:spcPct val="100000"/>
              </a:lnSpc>
              <a:spcBef>
                <a:spcPct val="0"/>
              </a:spcBef>
              <a:spcAft>
                <a:spcPct val="0"/>
              </a:spcAft>
              <a:buClrTx/>
              <a:buSzTx/>
              <a:tabLst/>
            </a:pPr>
            <a:r>
              <a:rPr lang="en-US" sz="1800" dirty="0">
                <a:solidFill>
                  <a:schemeClr val="tx2"/>
                </a:solidFill>
              </a:rPr>
              <a:t>4. S. Lenka, V. Parida, and J. Wincent, “Digitalization capabilities as </a:t>
            </a:r>
            <a:r>
              <a:rPr lang="en-US" sz="1800" dirty="0" err="1">
                <a:solidFill>
                  <a:schemeClr val="tx2"/>
                </a:solidFill>
              </a:rPr>
              <a:t>en</a:t>
            </a:r>
            <a:r>
              <a:rPr lang="en-US" sz="1800" dirty="0">
                <a:solidFill>
                  <a:schemeClr val="tx2"/>
                </a:solidFill>
              </a:rPr>
              <a:t> </a:t>
            </a:r>
            <a:r>
              <a:rPr lang="en-US" sz="1800" dirty="0" err="1">
                <a:solidFill>
                  <a:schemeClr val="tx2"/>
                </a:solidFill>
              </a:rPr>
              <a:t>ablers</a:t>
            </a:r>
            <a:r>
              <a:rPr lang="en-US" sz="1800" dirty="0">
                <a:solidFill>
                  <a:schemeClr val="tx2"/>
                </a:solidFill>
              </a:rPr>
              <a:t> of value co-creation in </a:t>
            </a:r>
            <a:r>
              <a:rPr lang="en-US" sz="1800" dirty="0" err="1">
                <a:solidFill>
                  <a:schemeClr val="tx2"/>
                </a:solidFill>
              </a:rPr>
              <a:t>servitizing</a:t>
            </a:r>
            <a:r>
              <a:rPr lang="en-US" sz="1800" dirty="0">
                <a:solidFill>
                  <a:schemeClr val="tx2"/>
                </a:solidFill>
              </a:rPr>
              <a:t> firms,” Psychology Marketing, vol. 34, no. 1, pp. 92–100, 2017</a:t>
            </a:r>
            <a:r>
              <a:rPr lang="en-US" sz="2400" dirty="0">
                <a:solidFill>
                  <a:schemeClr val="tx2"/>
                </a:solidFill>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sz="2400" dirty="0">
              <a:solidFill>
                <a:schemeClr val="tx2"/>
              </a:solidFill>
            </a:endParaRPr>
          </a:p>
          <a:p>
            <a:pPr eaLnBrk="0" fontAlgn="base" hangingPunct="0">
              <a:spcBef>
                <a:spcPct val="0"/>
              </a:spcBef>
              <a:spcAft>
                <a:spcPct val="0"/>
              </a:spcAft>
              <a:buClrTx/>
            </a:pPr>
            <a:r>
              <a:rPr lang="en-US" sz="1800" dirty="0">
                <a:solidFill>
                  <a:schemeClr val="tx2"/>
                </a:solidFill>
              </a:rPr>
              <a:t>5. L. Satish and N. Yusof, “A review: big data analytics for enhanced customer experiences with crowdsourcing,” Procedia Computer Science, vol. 116, pp. 274–283, 2017</a:t>
            </a:r>
            <a:r>
              <a:rPr lang="en-US" sz="1800" dirty="0"/>
              <a:t>.</a:t>
            </a:r>
          </a:p>
          <a:p>
            <a:pPr marL="0" marR="0" lvl="0" indent="0" algn="l" defTabSz="914400" rtl="0" eaLnBrk="0" fontAlgn="base" latinLnBrk="0" hangingPunct="0">
              <a:lnSpc>
                <a:spcPct val="100000"/>
              </a:lnSpc>
              <a:spcBef>
                <a:spcPct val="0"/>
              </a:spcBef>
              <a:spcAft>
                <a:spcPct val="0"/>
              </a:spcAft>
              <a:buClrTx/>
              <a:buSzTx/>
              <a:tabLst/>
            </a:pPr>
            <a:endParaRPr lang="en-US" sz="2400" dirty="0"/>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2"/>
                </a:solidFill>
                <a:effectLst/>
                <a:latin typeface="Arial" panose="020B0604020202020204" pitchFamily="34" charset="0"/>
              </a:rPr>
              <a:t>6. R. Worlu, O. J. Kehinde, and T. T. </a:t>
            </a:r>
            <a:r>
              <a:rPr kumimoji="0" lang="en-US" altLang="en-US" sz="1800" i="0" u="none" strike="noStrike" cap="none" normalizeH="0" baseline="0" dirty="0" err="1">
                <a:ln>
                  <a:noFill/>
                </a:ln>
                <a:solidFill>
                  <a:schemeClr val="tx2"/>
                </a:solidFill>
                <a:effectLst/>
                <a:latin typeface="Arial" panose="020B0604020202020204" pitchFamily="34" charset="0"/>
              </a:rPr>
              <a:t>Borishade</a:t>
            </a:r>
            <a:r>
              <a:rPr kumimoji="0" lang="en-US" altLang="en-US" sz="1800" i="0" u="none" strike="noStrike" cap="none" normalizeH="0" baseline="0" dirty="0">
                <a:ln>
                  <a:noFill/>
                </a:ln>
                <a:solidFill>
                  <a:schemeClr val="tx2"/>
                </a:solidFill>
                <a:effectLst/>
                <a:latin typeface="Arial" panose="020B0604020202020204" pitchFamily="34" charset="0"/>
              </a:rPr>
              <a:t>, “Effective customer experience management in healthcare sector of </a:t>
            </a:r>
            <a:r>
              <a:rPr kumimoji="0" lang="en-US" altLang="en-US" sz="1800" i="0" u="none" strike="noStrike" cap="none" normalizeH="0" baseline="0" dirty="0" err="1">
                <a:ln>
                  <a:noFill/>
                </a:ln>
                <a:solidFill>
                  <a:schemeClr val="tx2"/>
                </a:solidFill>
                <a:effectLst/>
                <a:latin typeface="Arial" panose="020B0604020202020204" pitchFamily="34" charset="0"/>
              </a:rPr>
              <a:t>nigeria</a:t>
            </a:r>
            <a:r>
              <a:rPr kumimoji="0" lang="en-US" altLang="en-US" sz="1800" i="0" u="none" strike="noStrike" cap="none" normalizeH="0" baseline="0" dirty="0">
                <a:ln>
                  <a:noFill/>
                </a:ln>
                <a:solidFill>
                  <a:schemeClr val="tx2"/>
                </a:solidFill>
                <a:effectLst/>
                <a:latin typeface="Arial" panose="020B0604020202020204" pitchFamily="34" charset="0"/>
              </a:rPr>
              <a:t>: a </a:t>
            </a:r>
            <a:r>
              <a:rPr kumimoji="0" lang="en-US" altLang="en-US" sz="1800" i="0" u="none" strike="noStrike" cap="none" normalizeH="0" baseline="0" dirty="0" err="1">
                <a:ln>
                  <a:noFill/>
                </a:ln>
                <a:solidFill>
                  <a:schemeClr val="tx2"/>
                </a:solidFill>
                <a:effectLst/>
                <a:latin typeface="Arial" panose="020B0604020202020204" pitchFamily="34" charset="0"/>
              </a:rPr>
              <a:t>conceptuamodel</a:t>
            </a:r>
            <a:r>
              <a:rPr kumimoji="0" lang="en-US" altLang="en-US" sz="1800" i="0" u="none" strike="noStrike" cap="none" normalizeH="0" baseline="0" dirty="0">
                <a:ln>
                  <a:noFill/>
                </a:ln>
                <a:solidFill>
                  <a:schemeClr val="tx2"/>
                </a:solidFill>
                <a:effectLst/>
                <a:latin typeface="Arial" panose="020B0604020202020204" pitchFamily="34" charset="0"/>
              </a:rPr>
              <a:t>,” International Journal of Pharmaceutical and Healthcare Marketing, 2016.</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2"/>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2"/>
                </a:solidFill>
                <a:effectLst/>
                <a:latin typeface="Arial" panose="020B0604020202020204" pitchFamily="34" charset="0"/>
              </a:rPr>
              <a:t>7. R. Worlu, O. J. Kehinde, and T. T. </a:t>
            </a:r>
            <a:r>
              <a:rPr kumimoji="0" lang="en-US" altLang="en-US" sz="1800" i="0" u="none" strike="noStrike" cap="none" normalizeH="0" baseline="0" dirty="0" err="1">
                <a:ln>
                  <a:noFill/>
                </a:ln>
                <a:solidFill>
                  <a:schemeClr val="tx2"/>
                </a:solidFill>
                <a:effectLst/>
                <a:latin typeface="Arial" panose="020B0604020202020204" pitchFamily="34" charset="0"/>
              </a:rPr>
              <a:t>Borishade</a:t>
            </a:r>
            <a:r>
              <a:rPr kumimoji="0" lang="en-US" altLang="en-US" sz="1800" i="0" u="none" strike="noStrike" cap="none" normalizeH="0" baseline="0" dirty="0">
                <a:ln>
                  <a:noFill/>
                </a:ln>
                <a:solidFill>
                  <a:schemeClr val="tx2"/>
                </a:solidFill>
                <a:effectLst/>
                <a:latin typeface="Arial" panose="020B0604020202020204" pitchFamily="34" charset="0"/>
              </a:rPr>
              <a:t>, “Effective customer experience management in healthcare sector of </a:t>
            </a:r>
            <a:r>
              <a:rPr kumimoji="0" lang="en-US" altLang="en-US" sz="1800" i="0" u="none" strike="noStrike" cap="none" normalizeH="0" baseline="0" dirty="0" err="1">
                <a:ln>
                  <a:noFill/>
                </a:ln>
                <a:solidFill>
                  <a:schemeClr val="tx2"/>
                </a:solidFill>
                <a:effectLst/>
                <a:latin typeface="Arial" panose="020B0604020202020204" pitchFamily="34" charset="0"/>
              </a:rPr>
              <a:t>nigeria</a:t>
            </a:r>
            <a:r>
              <a:rPr kumimoji="0" lang="en-US" altLang="en-US" sz="1800" i="0" u="none" strike="noStrike" cap="none" normalizeH="0" baseline="0" dirty="0">
                <a:ln>
                  <a:noFill/>
                </a:ln>
                <a:solidFill>
                  <a:schemeClr val="tx2"/>
                </a:solidFill>
                <a:effectLst/>
                <a:latin typeface="Arial" panose="020B0604020202020204" pitchFamily="34" charset="0"/>
              </a:rPr>
              <a:t>: a </a:t>
            </a:r>
            <a:r>
              <a:rPr kumimoji="0" lang="en-US" altLang="en-US" sz="1800" i="0" u="none" strike="noStrike" cap="none" normalizeH="0" baseline="0" dirty="0" err="1">
                <a:ln>
                  <a:noFill/>
                </a:ln>
                <a:solidFill>
                  <a:schemeClr val="tx2"/>
                </a:solidFill>
                <a:effectLst/>
                <a:latin typeface="Arial" panose="020B0604020202020204" pitchFamily="34" charset="0"/>
              </a:rPr>
              <a:t>conceptuamodel</a:t>
            </a:r>
            <a:r>
              <a:rPr kumimoji="0" lang="en-US" altLang="en-US" sz="1800" i="0" u="none" strike="noStrike" cap="none" normalizeH="0" baseline="0" dirty="0">
                <a:ln>
                  <a:noFill/>
                </a:ln>
                <a:solidFill>
                  <a:schemeClr val="tx2"/>
                </a:solidFill>
                <a:effectLst/>
                <a:latin typeface="Arial" panose="020B0604020202020204" pitchFamily="34" charset="0"/>
              </a:rPr>
              <a:t>,” International Journal of Pharmaceutical and Healthcare Marketing, 2016</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2"/>
              </a:solidFill>
              <a:latin typeface="Arial" panose="020B0604020202020204" pitchFamily="34" charset="0"/>
            </a:endParaRPr>
          </a:p>
          <a:p>
            <a:pPr eaLnBrk="0" fontAlgn="base" hangingPunct="0">
              <a:spcBef>
                <a:spcPct val="0"/>
              </a:spcBef>
              <a:spcAft>
                <a:spcPct val="0"/>
              </a:spcAft>
              <a:buClrTx/>
            </a:pPr>
            <a:r>
              <a:rPr kumimoji="0" lang="en-US" altLang="en-US" sz="1800" i="0" u="none" strike="noStrike" cap="none" normalizeH="0" baseline="0" dirty="0">
                <a:ln>
                  <a:noFill/>
                </a:ln>
                <a:solidFill>
                  <a:schemeClr val="tx2"/>
                </a:solidFill>
                <a:effectLst/>
                <a:latin typeface="Arial" panose="020B0604020202020204" pitchFamily="34" charset="0"/>
              </a:rPr>
              <a:t>8. V. K. </a:t>
            </a:r>
            <a:r>
              <a:rPr kumimoji="0" lang="en-US" altLang="en-US" sz="1800" i="0" u="none" strike="noStrike" cap="none" normalizeH="0" baseline="0" dirty="0" err="1">
                <a:ln>
                  <a:noFill/>
                </a:ln>
                <a:solidFill>
                  <a:schemeClr val="tx2"/>
                </a:solidFill>
                <a:effectLst/>
                <a:latin typeface="Arial" panose="020B0604020202020204" pitchFamily="34" charset="0"/>
              </a:rPr>
              <a:t>Omachonu</a:t>
            </a:r>
            <a:r>
              <a:rPr kumimoji="0" lang="en-US" altLang="en-US" sz="1800" i="0" u="none" strike="noStrike" cap="none" normalizeH="0" baseline="0" dirty="0">
                <a:ln>
                  <a:noFill/>
                </a:ln>
                <a:solidFill>
                  <a:schemeClr val="tx2"/>
                </a:solidFill>
                <a:effectLst/>
                <a:latin typeface="Arial" panose="020B0604020202020204" pitchFamily="34" charset="0"/>
              </a:rPr>
              <a:t> and N. G. </a:t>
            </a:r>
            <a:r>
              <a:rPr kumimoji="0" lang="en-US" altLang="en-US" sz="1800" i="0" u="none" strike="noStrike" cap="none" normalizeH="0" baseline="0" dirty="0" err="1">
                <a:ln>
                  <a:noFill/>
                </a:ln>
                <a:solidFill>
                  <a:schemeClr val="tx2"/>
                </a:solidFill>
                <a:effectLst/>
                <a:latin typeface="Arial" panose="020B0604020202020204" pitchFamily="34" charset="0"/>
              </a:rPr>
              <a:t>Einspruch</a:t>
            </a:r>
            <a:r>
              <a:rPr kumimoji="0" lang="en-US" altLang="en-US" sz="1800" i="0" u="none" strike="noStrike" cap="none" normalizeH="0" baseline="0" dirty="0">
                <a:ln>
                  <a:noFill/>
                </a:ln>
                <a:solidFill>
                  <a:schemeClr val="tx2"/>
                </a:solidFill>
                <a:effectLst/>
                <a:latin typeface="Arial" panose="020B0604020202020204" pitchFamily="34" charset="0"/>
              </a:rPr>
              <a:t>, “Innovation in healthcare delivery systems: a conceptual framework,” The Innovation Journal: The Public Sector Innovation Journal, vol. 15, no. 1, pp. 1–20, 2010.</a:t>
            </a:r>
          </a:p>
          <a:p>
            <a:pPr marL="0" marR="0" lvl="0" indent="0" algn="l" defTabSz="914400" rtl="0" eaLnBrk="0" fontAlgn="base" latinLnBrk="0" hangingPunct="0">
              <a:lnSpc>
                <a:spcPct val="100000"/>
              </a:lnSpc>
              <a:spcBef>
                <a:spcPct val="0"/>
              </a:spcBef>
              <a:spcAft>
                <a:spcPct val="0"/>
              </a:spcAft>
              <a:buClrTx/>
              <a:buSzTx/>
              <a:tabLst/>
            </a:pPr>
            <a:endParaRPr lang="en-US" sz="1800" dirty="0">
              <a:solidFill>
                <a:schemeClr val="tx2"/>
              </a:solidFill>
            </a:endParaRPr>
          </a:p>
          <a:p>
            <a:pPr marL="0" marR="0" lvl="0" indent="0" algn="l" defTabSz="914400" rtl="0" eaLnBrk="0" fontAlgn="base" latinLnBrk="0" hangingPunct="0">
              <a:lnSpc>
                <a:spcPct val="100000"/>
              </a:lnSpc>
              <a:spcBef>
                <a:spcPct val="0"/>
              </a:spcBef>
              <a:spcAft>
                <a:spcPct val="0"/>
              </a:spcAft>
              <a:buClrTx/>
              <a:buSzTx/>
              <a:tabLst/>
            </a:pPr>
            <a:r>
              <a:rPr lang="en-US" sz="1800" dirty="0">
                <a:solidFill>
                  <a:schemeClr val="tx2"/>
                </a:solidFill>
              </a:rPr>
              <a:t>9. C. Gentile, N. Spiller, and G. </a:t>
            </a:r>
            <a:r>
              <a:rPr lang="en-US" sz="1800" dirty="0" err="1">
                <a:solidFill>
                  <a:schemeClr val="tx2"/>
                </a:solidFill>
              </a:rPr>
              <a:t>Noci</a:t>
            </a:r>
            <a:r>
              <a:rPr lang="en-US" sz="1800" dirty="0">
                <a:solidFill>
                  <a:schemeClr val="tx2"/>
                </a:solidFill>
              </a:rPr>
              <a:t>, “How to sustain the customer experience: An overview of experience components that co-create value with the customer,” European Management Journal, vol. 25, no. 5, pp. 395–410, 2007.</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2"/>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sz="1800" dirty="0">
                <a:solidFill>
                  <a:schemeClr val="tx2"/>
                </a:solidFill>
              </a:rPr>
              <a:t>10. B. Schmitt, “Experiential marketing,” Journal of Marketing Man </a:t>
            </a:r>
            <a:r>
              <a:rPr lang="en-US" sz="1800" dirty="0" err="1">
                <a:solidFill>
                  <a:schemeClr val="tx2"/>
                </a:solidFill>
              </a:rPr>
              <a:t>agement</a:t>
            </a:r>
            <a:r>
              <a:rPr lang="en-US" sz="1800" dirty="0">
                <a:solidFill>
                  <a:schemeClr val="tx2"/>
                </a:solidFill>
              </a:rPr>
              <a:t>, vol. 15, no. 1-3, pp. 53–67, 1999, retrieved from</a:t>
            </a:r>
            <a:r>
              <a:rPr lang="en-US" sz="1800" dirty="0"/>
              <a:t> </a:t>
            </a:r>
            <a:r>
              <a:rPr lang="en-US" sz="1800" dirty="0">
                <a:hlinkClick r:id="rId5"/>
              </a:rPr>
              <a:t>https://doi.org/10.1362/026725799784870496</a:t>
            </a:r>
            <a:r>
              <a:rPr lang="en-US" sz="1800" dirty="0"/>
              <a:t>.</a:t>
            </a:r>
            <a:endParaRPr 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11. </a:t>
            </a:r>
            <a:r>
              <a:rPr lang="en-US" altLang="en-US" sz="1800" i="1" dirty="0">
                <a:solidFill>
                  <a:schemeClr val="tx2"/>
                </a:solidFill>
                <a:latin typeface="Arial" panose="020B0604020202020204" pitchFamily="34" charset="0"/>
              </a:rPr>
              <a:t>Aditya Raj Sir [JIO PLATFORMS]</a:t>
            </a:r>
            <a:endParaRPr kumimoji="0" lang="en-US" altLang="en-US" sz="1800" i="1" u="none" strike="noStrike" cap="none" normalizeH="0" baseline="0" dirty="0">
              <a:ln>
                <a:noFill/>
              </a:ln>
              <a:solidFill>
                <a:schemeClr val="tx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4412454"/>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335"/>
        <p:cNvGrpSpPr/>
        <p:nvPr/>
      </p:nvGrpSpPr>
      <p:grpSpPr>
        <a:xfrm>
          <a:off x="0" y="0"/>
          <a:ext cx="0" cy="0"/>
          <a:chOff x="0" y="0"/>
          <a:chExt cx="0" cy="0"/>
        </a:xfrm>
      </p:grpSpPr>
      <p:sp>
        <p:nvSpPr>
          <p:cNvPr id="337" name="Google Shape;337;p41"/>
          <p:cNvSpPr txBox="1"/>
          <p:nvPr/>
        </p:nvSpPr>
        <p:spPr>
          <a:xfrm>
            <a:off x="3089890" y="4751085"/>
            <a:ext cx="12108300" cy="1046400"/>
          </a:xfrm>
          <a:prstGeom prst="rect">
            <a:avLst/>
          </a:prstGeom>
          <a:noFill/>
          <a:ln>
            <a:noFill/>
          </a:ln>
        </p:spPr>
        <p:txBody>
          <a:bodyPr spcFirstLastPara="1" wrap="square" lIns="0" tIns="0" rIns="0" bIns="0" anchor="t" anchorCtr="0">
            <a:spAutoFit/>
          </a:bodyPr>
          <a:lstStyle/>
          <a:p>
            <a:pPr marL="0" marR="0" lvl="0" indent="0" algn="ctr" rtl="0">
              <a:lnSpc>
                <a:spcPct val="67990"/>
              </a:lnSpc>
              <a:spcBef>
                <a:spcPts val="0"/>
              </a:spcBef>
              <a:spcAft>
                <a:spcPts val="0"/>
              </a:spcAft>
              <a:buNone/>
            </a:pPr>
            <a:r>
              <a:rPr lang="en-IN" sz="10000" b="1" dirty="0">
                <a:solidFill>
                  <a:schemeClr val="tx2"/>
                </a:solidFill>
                <a:latin typeface="Times"/>
                <a:ea typeface="Times"/>
                <a:cs typeface="Times"/>
                <a:sym typeface="Times"/>
              </a:rPr>
              <a:t>THANK YOU</a:t>
            </a:r>
            <a:endParaRPr dirty="0">
              <a:solidFill>
                <a:schemeClr val="tx2"/>
              </a:solidFill>
            </a:endParaRPr>
          </a:p>
        </p:txBody>
      </p:sp>
    </p:spTree>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4592</TotalTime>
  <Words>2350</Words>
  <Application>Microsoft Office PowerPoint</Application>
  <PresentationFormat>Custom</PresentationFormat>
  <Paragraphs>316</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Times</vt:lpstr>
      <vt:lpstr>Calibri</vt:lpstr>
      <vt:lpstr>Times New Roman</vt:lpstr>
      <vt:lpstr>Poppins Medium</vt:lpstr>
      <vt:lpstr>ui-sans-serif</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Shaurya Saxena</dc:creator>
  <cp:lastModifiedBy>Shaurya Saxena</cp:lastModifiedBy>
  <cp:revision>31</cp:revision>
  <dcterms:modified xsi:type="dcterms:W3CDTF">2025-04-17T19:16:39Z</dcterms:modified>
</cp:coreProperties>
</file>